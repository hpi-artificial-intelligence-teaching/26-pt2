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71" r:id="rId2"/>
    <p:sldId id="332" r:id="rId3"/>
    <p:sldId id="328" r:id="rId4"/>
    <p:sldId id="354" r:id="rId5"/>
    <p:sldId id="333" r:id="rId6"/>
    <p:sldId id="334" r:id="rId7"/>
    <p:sldId id="335" r:id="rId8"/>
    <p:sldId id="336" r:id="rId9"/>
    <p:sldId id="337" r:id="rId10"/>
    <p:sldId id="355" r:id="rId11"/>
    <p:sldId id="338" r:id="rId12"/>
    <p:sldId id="339" r:id="rId13"/>
    <p:sldId id="340" r:id="rId14"/>
    <p:sldId id="341" r:id="rId15"/>
    <p:sldId id="342" r:id="rId16"/>
    <p:sldId id="356" r:id="rId17"/>
    <p:sldId id="343" r:id="rId18"/>
    <p:sldId id="344" r:id="rId19"/>
    <p:sldId id="345" r:id="rId20"/>
    <p:sldId id="357" r:id="rId21"/>
    <p:sldId id="346" r:id="rId22"/>
    <p:sldId id="347" r:id="rId23"/>
    <p:sldId id="348" r:id="rId24"/>
    <p:sldId id="349" r:id="rId25"/>
    <p:sldId id="350" r:id="rId26"/>
    <p:sldId id="351" r:id="rId27"/>
    <p:sldId id="416" r:id="rId28"/>
    <p:sldId id="304" r:id="rId29"/>
  </p:sldIdLst>
  <p:sldSz cx="9144000" cy="5143500" type="screen16x9"/>
  <p:notesSz cx="6858000" cy="9144000"/>
  <p:custDataLst>
    <p:tags r:id="rId3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81">
          <p15:clr>
            <a:srgbClr val="A4A3A4"/>
          </p15:clr>
        </p15:guide>
        <p15:guide id="2" orient="horz" pos="3140">
          <p15:clr>
            <a:srgbClr val="A4A3A4"/>
          </p15:clr>
        </p15:guide>
        <p15:guide id="3" orient="horz" pos="3026">
          <p15:clr>
            <a:srgbClr val="A4A3A4"/>
          </p15:clr>
        </p15:guide>
        <p15:guide id="4" orient="horz" pos="667">
          <p15:clr>
            <a:srgbClr val="A4A3A4"/>
          </p15:clr>
        </p15:guide>
        <p15:guide id="5" orient="horz" pos="1847">
          <p15:clr>
            <a:srgbClr val="A4A3A4"/>
          </p15:clr>
        </p15:guide>
        <p15:guide id="6" orient="horz" pos="1960">
          <p15:clr>
            <a:srgbClr val="A4A3A4"/>
          </p15:clr>
        </p15:guide>
        <p15:guide id="7" pos="113">
          <p15:clr>
            <a:srgbClr val="A4A3A4"/>
          </p15:clr>
        </p15:guide>
        <p15:guide id="8" pos="226">
          <p15:clr>
            <a:srgbClr val="A4A3A4"/>
          </p15:clr>
        </p15:guide>
        <p15:guide id="9" pos="4558">
          <p15:clr>
            <a:srgbClr val="A4A3A4"/>
          </p15:clr>
        </p15:guide>
        <p15:guide id="10" pos="2450">
          <p15:clr>
            <a:srgbClr val="A4A3A4"/>
          </p15:clr>
        </p15:guide>
        <p15:guide id="11" pos="3561">
          <p15:clr>
            <a:srgbClr val="A4A3A4"/>
          </p15:clr>
        </p15:guide>
        <p15:guide id="12" pos="4672">
          <p15:clr>
            <a:srgbClr val="A4A3A4"/>
          </p15:clr>
        </p15:guide>
        <p15:guide id="13" pos="2336">
          <p15:clr>
            <a:srgbClr val="A4A3A4"/>
          </p15:clr>
        </p15:guide>
        <p15:guide id="14" pos="1225">
          <p15:clr>
            <a:srgbClr val="A4A3A4"/>
          </p15:clr>
        </p15:guide>
        <p15:guide id="15" pos="3447">
          <p15:clr>
            <a:srgbClr val="A4A3A4"/>
          </p15:clr>
        </p15:guide>
        <p15:guide id="16" pos="1339">
          <p15:clr>
            <a:srgbClr val="A4A3A4"/>
          </p15:clr>
        </p15:guide>
        <p15:guide id="17" pos="5646">
          <p15:clr>
            <a:srgbClr val="A4A3A4"/>
          </p15:clr>
        </p15:guide>
        <p15:guide id="18" pos="564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676">
          <p15:clr>
            <a:srgbClr val="A4A3A4"/>
          </p15:clr>
        </p15:guide>
        <p15:guide id="2" orient="horz" pos="2540">
          <p15:clr>
            <a:srgbClr val="A4A3A4"/>
          </p15:clr>
        </p15:guide>
        <p15:guide id="3" orient="horz" pos="2812">
          <p15:clr>
            <a:srgbClr val="A4A3A4"/>
          </p15:clr>
        </p15:guide>
        <p15:guide id="4" orient="horz" pos="431">
          <p15:clr>
            <a:srgbClr val="A4A3A4"/>
          </p15:clr>
        </p15:guide>
        <p15:guide id="5" orient="horz" pos="5284">
          <p15:clr>
            <a:srgbClr val="A4A3A4"/>
          </p15:clr>
        </p15:guide>
        <p15:guide id="6" orient="horz" pos="567">
          <p15:clr>
            <a:srgbClr val="A4A3A4"/>
          </p15:clr>
        </p15:guide>
        <p15:guide id="7" pos="550">
          <p15:clr>
            <a:srgbClr val="A4A3A4"/>
          </p15:clr>
        </p15:guide>
        <p15:guide id="8" pos="406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1063A"/>
    <a:srgbClr val="B10639"/>
    <a:srgbClr val="323232"/>
    <a:srgbClr val="C00000"/>
    <a:srgbClr val="000000"/>
    <a:srgbClr val="FFFFFF"/>
    <a:srgbClr val="FFFF00"/>
    <a:srgbClr val="FBFCFC"/>
    <a:srgbClr val="FCFCFC"/>
    <a:srgbClr val="FCFC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5890"/>
  </p:normalViewPr>
  <p:slideViewPr>
    <p:cSldViewPr snapToObjects="1" showGuides="1">
      <p:cViewPr varScale="1">
        <p:scale>
          <a:sx n="162" d="100"/>
          <a:sy n="162" d="100"/>
        </p:scale>
        <p:origin x="680" y="160"/>
      </p:cViewPr>
      <p:guideLst>
        <p:guide orient="horz" pos="781"/>
        <p:guide orient="horz" pos="3140"/>
        <p:guide orient="horz" pos="3026"/>
        <p:guide orient="horz" pos="667"/>
        <p:guide orient="horz" pos="1847"/>
        <p:guide orient="horz" pos="1960"/>
        <p:guide pos="113"/>
        <p:guide pos="226"/>
        <p:guide pos="4558"/>
        <p:guide pos="2450"/>
        <p:guide pos="3561"/>
        <p:guide pos="4672"/>
        <p:guide pos="2336"/>
        <p:guide pos="1225"/>
        <p:guide pos="3447"/>
        <p:guide pos="1339"/>
        <p:guide pos="5646"/>
        <p:guide pos="564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 showGuides="1">
      <p:cViewPr varScale="1">
        <p:scale>
          <a:sx n="63" d="100"/>
          <a:sy n="63" d="100"/>
        </p:scale>
        <p:origin x="-3115" y="-67"/>
      </p:cViewPr>
      <p:guideLst>
        <p:guide orient="horz" pos="2676"/>
        <p:guide orient="horz" pos="2540"/>
        <p:guide orient="horz" pos="2812"/>
        <p:guide orient="horz" pos="431"/>
        <p:guide orient="horz" pos="5284"/>
        <p:guide orient="horz" pos="567"/>
        <p:guide pos="550"/>
        <p:guide pos="406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6/12/26</a:t>
            </a:fld>
            <a:endParaRPr lang="en-US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2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3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 bwMode="gray"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15" name="Group 14"/>
            <p:cNvGrpSpPr/>
            <p:nvPr/>
          </p:nvGrpSpPr>
          <p:grpSpPr bwMode="gray"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29" name="Straight Connector 2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/>
            <p:cNvGrpSpPr/>
            <p:nvPr/>
          </p:nvGrpSpPr>
          <p:grpSpPr bwMode="gray"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23" name="Straight Connector 22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/>
            <p:cNvGrpSpPr/>
            <p:nvPr/>
          </p:nvGrpSpPr>
          <p:grpSpPr bwMode="gray"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21" name="Straight Connector 20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/>
          </p:nvGrpSpPr>
          <p:grpSpPr bwMode="gray"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19" name="Straight Connector 18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615287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 rot="-120000">
            <a:off x="711348" y="773280"/>
            <a:ext cx="5828291" cy="337943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6/12/26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875936" y="885346"/>
            <a:ext cx="5577000" cy="3137062"/>
          </a:xfrm>
          <a:prstGeom prst="rect">
            <a:avLst/>
          </a:prstGeom>
          <a:noFill/>
          <a:ln w="12700">
            <a:noFill/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873125" y="4448113"/>
            <a:ext cx="3470275" cy="3923741"/>
          </a:xfrm>
          <a:prstGeom prst="rect">
            <a:avLst/>
          </a:prstGeom>
        </p:spPr>
        <p:txBody>
          <a:bodyPr vert="horz" lIns="0" tIns="0" rIns="9144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 bwMode="gray">
          <a:xfrm>
            <a:off x="4509121" y="493858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gray">
          <a:xfrm>
            <a:off x="4509121" y="542904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 bwMode="gray">
          <a:xfrm>
            <a:off x="4509121" y="5919517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gray">
          <a:xfrm>
            <a:off x="4509121" y="6409985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gray">
          <a:xfrm>
            <a:off x="4509121" y="6900453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gray">
          <a:xfrm>
            <a:off x="4509121" y="739092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gray">
          <a:xfrm>
            <a:off x="4509121" y="788138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 bwMode="gray">
          <a:xfrm>
            <a:off x="4509121" y="8371854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 bwMode="gray">
          <a:xfrm>
            <a:off x="0" y="885346"/>
            <a:ext cx="45719" cy="3146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 bwMode="gray">
          <a:xfrm>
            <a:off x="0" y="4032250"/>
            <a:ext cx="45719" cy="4356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roup 71"/>
          <p:cNvGrpSpPr/>
          <p:nvPr/>
        </p:nvGrpSpPr>
        <p:grpSpPr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57" name="Group 56"/>
            <p:cNvGrpSpPr/>
            <p:nvPr/>
          </p:nvGrpSpPr>
          <p:grpSpPr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50" name="Straight Connector 49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/>
            <p:cNvGrpSpPr/>
            <p:nvPr/>
          </p:nvGrpSpPr>
          <p:grpSpPr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59" name="Straight Connector 5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/>
            <p:cNvGrpSpPr/>
            <p:nvPr/>
          </p:nvGrpSpPr>
          <p:grpSpPr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66" name="Straight Connector 65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/>
            <p:cNvGrpSpPr/>
            <p:nvPr/>
          </p:nvGrpSpPr>
          <p:grpSpPr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70" name="Straight Connector 69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925471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rtl="0" eaLnBrk="1" latinLnBrk="0" hangingPunct="1">
      <a:spcBef>
        <a:spcPts val="200"/>
      </a:spcBef>
      <a:spcAft>
        <a:spcPts val="200"/>
      </a:spcAft>
      <a:defRPr sz="1050" kern="1200">
        <a:solidFill>
          <a:schemeClr val="tx1"/>
        </a:solidFill>
        <a:latin typeface="+mn-lt"/>
        <a:ea typeface="+mn-ea"/>
        <a:cs typeface="+mn-cs"/>
      </a:defRPr>
    </a:lvl1pPr>
    <a:lvl2pPr marL="171450" indent="-17145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■"/>
      <a:defRPr sz="1050" kern="1200">
        <a:solidFill>
          <a:schemeClr val="tx1"/>
        </a:solidFill>
        <a:latin typeface="+mn-lt"/>
        <a:ea typeface="+mn-ea"/>
        <a:cs typeface="+mn-cs"/>
      </a:defRPr>
    </a:lvl2pPr>
    <a:lvl3pPr marL="360363" indent="-17938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□"/>
      <a:defRPr sz="1050" kern="1200">
        <a:solidFill>
          <a:schemeClr val="tx1"/>
        </a:solidFill>
        <a:latin typeface="+mn-lt"/>
        <a:ea typeface="+mn-ea"/>
        <a:cs typeface="+mn-cs"/>
      </a:defRPr>
    </a:lvl3pPr>
    <a:lvl4pPr marL="541338" indent="-180975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–"/>
      <a:defRPr sz="1050" kern="1200">
        <a:solidFill>
          <a:schemeClr val="tx1"/>
        </a:solidFill>
        <a:latin typeface="+mn-lt"/>
        <a:ea typeface="+mn-ea"/>
        <a:cs typeface="+mn-cs"/>
      </a:defRPr>
    </a:lvl4pPr>
    <a:lvl5pPr marL="266700" indent="-26670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rabicPeriod"/>
      <a:defRPr sz="1050" kern="1200">
        <a:solidFill>
          <a:schemeClr val="tx1"/>
        </a:solidFill>
        <a:latin typeface="+mn-lt"/>
        <a:ea typeface="+mn-ea"/>
        <a:cs typeface="+mn-cs"/>
      </a:defRPr>
    </a:lvl5pPr>
    <a:lvl6pPr marL="449263" indent="-18573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lphaLcParenR"/>
      <a:defRPr sz="105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None/>
      <a:defRPr sz="1400" kern="1200" cap="all" baseline="0">
        <a:solidFill>
          <a:schemeClr val="accent1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75456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273232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4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214994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10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431973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16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88967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20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25130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4E7ADB-7DF0-CA7D-D844-49687372DED4}"/>
              </a:ext>
            </a:extLst>
          </p:cNvPr>
          <p:cNvSpPr/>
          <p:nvPr userDrawn="1"/>
        </p:nvSpPr>
        <p:spPr bwMode="gray">
          <a:xfrm>
            <a:off x="1588595" y="3610713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3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3" y="2926794"/>
            <a:ext cx="8421689" cy="103163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3" y="3958431"/>
            <a:ext cx="8421689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149792829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9B42E9-6004-B682-9BB2-B6781818F1BD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3604262"/>
            <a:ext cx="8601075" cy="1380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015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31430064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AC0A0F-D572-A6E0-387E-345D272423FA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2932113"/>
            <a:ext cx="8601075" cy="20526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4"/>
            <a:ext cx="8421689" cy="102631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5" y="3958431"/>
            <a:ext cx="8421687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29236874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FFFF40-1830-662B-0DF7-6359FB3CF885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3604262"/>
            <a:ext cx="8601075" cy="1380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491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5045730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 bwMode="gray">
          <a:xfrm>
            <a:off x="358775" y="1239838"/>
            <a:ext cx="6877050" cy="3563938"/>
          </a:xfrm>
          <a:prstGeom prst="rect">
            <a:avLst/>
          </a:prstGeom>
          <a:noFill/>
        </p:spPr>
        <p:txBody>
          <a:bodyPr lIns="0" tIns="72000" rIns="0" bIns="0"/>
          <a:lstStyle>
            <a:lvl1pPr marL="358775" indent="-358775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>
                <a:solidFill>
                  <a:schemeClr val="tx1"/>
                </a:solidFill>
              </a:defRPr>
            </a:lvl1pPr>
            <a:lvl2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2pPr>
            <a:lvl3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3pPr>
            <a:lvl4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4pPr>
            <a:lvl5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5pPr>
            <a:lvl6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6pPr>
            <a:lvl7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7pPr>
            <a:lvl8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8pPr>
            <a:lvl9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FF3EC-409E-63A1-E030-5FEB5C32CFB4}"/>
              </a:ext>
            </a:extLst>
          </p:cNvPr>
          <p:cNvSpPr txBox="1"/>
          <p:nvPr userDrawn="1"/>
        </p:nvSpPr>
        <p:spPr bwMode="gray">
          <a:xfrm>
            <a:off x="8130746" y="42672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US" sz="1200" dirty="0" err="1"/>
          </a:p>
        </p:txBody>
      </p:sp>
    </p:spTree>
    <p:extLst>
      <p:ext uri="{BB962C8B-B14F-4D97-AF65-F5344CB8AC3E}">
        <p14:creationId xmlns:p14="http://schemas.microsoft.com/office/powerpoint/2010/main" val="3296948856"/>
      </p:ext>
    </p:extLst>
  </p:cSld>
  <p:clrMapOvr>
    <a:masterClrMapping/>
  </p:clrMapOvr>
  <p:transition spd="slow">
    <p:wipe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EA378-D654-6058-1100-7130BB18C70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8775" y="1239838"/>
            <a:ext cx="6877050" cy="3563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27540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ullet Poi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6877051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348107534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2384B77-A60D-2E26-15E3-207400B24A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358777" y="1239837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078C676C-DB7C-A16F-DE7B-260DE2FD49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3886202" y="1232126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6618523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40536681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with Header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671649"/>
            <a:ext cx="1584325" cy="3132125"/>
          </a:xfrm>
          <a:prstGeom prst="rect">
            <a:avLst/>
          </a:prstGeom>
        </p:spPr>
        <p:txBody>
          <a:bodyPr tIns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  <a:lvl6pPr>
              <a:buClr>
                <a:schemeClr val="accent2"/>
              </a:buClr>
              <a:defRPr/>
            </a:lvl6pPr>
            <a:lvl7pPr>
              <a:buClr>
                <a:schemeClr val="accent2"/>
              </a:buClr>
              <a:defRPr/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>
              <a:buClr>
                <a:schemeClr val="accent3"/>
              </a:buClr>
              <a:defRPr/>
            </a:lvl4pPr>
            <a:lvl5pPr>
              <a:buClr>
                <a:schemeClr val="accent3"/>
              </a:buClr>
              <a:defRPr/>
            </a:lvl5pPr>
            <a:lvl6pPr>
              <a:buClr>
                <a:schemeClr val="accent3"/>
              </a:buClr>
              <a:defRPr/>
            </a:lvl6pPr>
            <a:lvl7pPr>
              <a:buClr>
                <a:schemeClr val="accent3"/>
              </a:buClr>
              <a:defRPr/>
            </a:lvl7pPr>
            <a:lvl8pPr>
              <a:defRPr>
                <a:solidFill>
                  <a:schemeClr val="accent3"/>
                </a:solidFill>
              </a:defRPr>
            </a:lvl8pPr>
            <a:lvl9pPr>
              <a:defRPr>
                <a:solidFill>
                  <a:schemeClr val="accent3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4"/>
              </a:buClr>
              <a:defRPr/>
            </a:lvl2pPr>
            <a:lvl3pPr>
              <a:buClr>
                <a:schemeClr val="accent4"/>
              </a:buClr>
              <a:defRPr/>
            </a:lvl3pPr>
            <a:lvl4pPr>
              <a:buClr>
                <a:schemeClr val="accent4"/>
              </a:buClr>
              <a:defRPr/>
            </a:lvl4pPr>
            <a:lvl5pPr>
              <a:buClr>
                <a:schemeClr val="accent4"/>
              </a:buClr>
              <a:defRPr/>
            </a:lvl5pPr>
            <a:lvl6pPr>
              <a:buClr>
                <a:schemeClr val="accent4"/>
              </a:buClr>
              <a:defRPr/>
            </a:lvl6pPr>
            <a:lvl7pPr>
              <a:buClr>
                <a:schemeClr val="accent4"/>
              </a:buClr>
              <a:defRPr/>
            </a:lvl7pPr>
            <a:lvl8pPr>
              <a:defRPr>
                <a:solidFill>
                  <a:schemeClr val="accent4"/>
                </a:solidFill>
              </a:defRPr>
            </a:lvl8pPr>
            <a:lvl9pPr>
              <a:defRPr>
                <a:solidFill>
                  <a:schemeClr val="accent4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58776" y="1239838"/>
            <a:ext cx="1584325" cy="287797"/>
          </a:xfrm>
          <a:prstGeom prst="rect">
            <a:avLst/>
          </a:prstGeom>
          <a:solidFill>
            <a:schemeClr val="accent1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1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2124076" y="1239838"/>
            <a:ext cx="1584325" cy="287797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2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888573" y="1239838"/>
            <a:ext cx="1584325" cy="287797"/>
          </a:xfrm>
          <a:prstGeom prst="rect">
            <a:avLst/>
          </a:prstGeom>
          <a:solidFill>
            <a:schemeClr val="accent3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3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644193" y="1239838"/>
            <a:ext cx="1584325" cy="287797"/>
          </a:xfrm>
          <a:prstGeom prst="rect">
            <a:avLst/>
          </a:prstGeom>
          <a:solidFill>
            <a:schemeClr val="accent4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4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68435982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2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2124075" y="1239837"/>
            <a:ext cx="5111751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8" y="1239838"/>
            <a:ext cx="17637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751671967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887790" y="1239837"/>
            <a:ext cx="3348037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9" y="1239838"/>
            <a:ext cx="35290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82335617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7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5651502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7" y="1239838"/>
            <a:ext cx="5292725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119816392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1239838"/>
            <a:ext cx="7056441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025316029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A5AB30-E2C7-E7CF-C1E7-8CCE9089AB71}"/>
              </a:ext>
            </a:extLst>
          </p:cNvPr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339502"/>
            <a:ext cx="7056441" cy="4464273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10157539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5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4" y="1"/>
            <a:ext cx="7309295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3"/>
            <a:ext cx="8421685" cy="1871663"/>
          </a:xfrm>
          <a:solidFill>
            <a:srgbClr val="DD640C"/>
          </a:solidFill>
        </p:spPr>
        <p:txBody>
          <a:bodyPr lIns="108000" tIns="252000" rIns="108000" bIns="252000" anchor="ctr" anchorCtr="0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 2 lines</a:t>
            </a:r>
          </a:p>
        </p:txBody>
      </p:sp>
      <p:sp>
        <p:nvSpPr>
          <p:cNvPr id="11" name="Rectangle 10"/>
          <p:cNvSpPr/>
          <p:nvPr userDrawn="1"/>
        </p:nvSpPr>
        <p:spPr bwMode="gray">
          <a:xfrm>
            <a:off x="358776" y="2751932"/>
            <a:ext cx="8605836" cy="1801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8780464" y="2934376"/>
            <a:ext cx="184149" cy="186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11182617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050"/>
          <p:cNvSpPr/>
          <p:nvPr/>
        </p:nvSpPr>
        <p:spPr bwMode="gray">
          <a:xfrm>
            <a:off x="177170" y="1"/>
            <a:ext cx="7238834" cy="10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58776" y="108001"/>
            <a:ext cx="6877051" cy="927588"/>
          </a:xfrm>
          <a:prstGeom prst="rect">
            <a:avLst/>
          </a:prstGeom>
        </p:spPr>
        <p:txBody>
          <a:bodyPr vert="horz" lIns="0" tIns="0" rIns="0" bIns="180000" rtlCol="0" anchor="b" anchorCtr="0">
            <a:noAutofit/>
          </a:bodyPr>
          <a:lstStyle/>
          <a:p>
            <a:r>
              <a:rPr lang="de-DE" noProof="0" dirty="0"/>
              <a:t>Write </a:t>
            </a:r>
            <a:r>
              <a:rPr lang="de-DE" noProof="0" dirty="0" err="1"/>
              <a:t>your</a:t>
            </a:r>
            <a:r>
              <a:rPr lang="de-DE" noProof="0" dirty="0"/>
              <a:t> title</a:t>
            </a:r>
            <a:br>
              <a:rPr lang="de-DE" noProof="0" dirty="0"/>
            </a:br>
            <a:r>
              <a:rPr lang="de-DE" noProof="0" dirty="0"/>
              <a:t>- maximum 2 </a:t>
            </a:r>
            <a:r>
              <a:rPr lang="de-DE" noProof="0" dirty="0" err="1"/>
              <a:t>lines</a:t>
            </a:r>
            <a:endParaRPr lang="de-DE" noProof="0" dirty="0"/>
          </a:p>
        </p:txBody>
      </p:sp>
      <p:grpSp>
        <p:nvGrpSpPr>
          <p:cNvPr id="23" name="Group 22"/>
          <p:cNvGrpSpPr/>
          <p:nvPr/>
        </p:nvGrpSpPr>
        <p:grpSpPr bwMode="gray">
          <a:xfrm>
            <a:off x="-101695" y="1055849"/>
            <a:ext cx="99454" cy="3924294"/>
            <a:chOff x="-101696" y="1055849"/>
            <a:chExt cx="99454" cy="3924294"/>
          </a:xfrm>
        </p:grpSpPr>
        <p:cxnSp>
          <p:nvCxnSpPr>
            <p:cNvPr id="22" name="Straight Connector 21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 bwMode="gray">
          <a:xfrm>
            <a:off x="9156605" y="1055849"/>
            <a:ext cx="99454" cy="3924294"/>
            <a:chOff x="-101696" y="1055849"/>
            <a:chExt cx="99454" cy="3924294"/>
          </a:xfrm>
        </p:grpSpPr>
        <p:cxnSp>
          <p:nvCxnSpPr>
            <p:cNvPr id="31" name="Straight Connector 30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 bwMode="gray">
          <a:xfrm rot="5400000">
            <a:off x="4520765" y="-4456716"/>
            <a:ext cx="99454" cy="8786645"/>
            <a:chOff x="-101696" y="-3806503"/>
            <a:chExt cx="99454" cy="8786646"/>
          </a:xfrm>
        </p:grpSpPr>
        <p:cxnSp>
          <p:nvCxnSpPr>
            <p:cNvPr id="38" name="Straight Connector 37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 bwMode="gray">
          <a:xfrm rot="5400000">
            <a:off x="4520765" y="826438"/>
            <a:ext cx="99454" cy="8786645"/>
            <a:chOff x="-101696" y="-3806503"/>
            <a:chExt cx="99454" cy="8786646"/>
          </a:xfrm>
        </p:grpSpPr>
        <p:cxnSp>
          <p:nvCxnSpPr>
            <p:cNvPr id="50" name="Straight Connector 49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9" name="Rectangle 2048"/>
          <p:cNvSpPr/>
          <p:nvPr/>
        </p:nvSpPr>
        <p:spPr bwMode="gray">
          <a:xfrm>
            <a:off x="7308304" y="2391730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6" name="Rectangle 65"/>
          <p:cNvSpPr/>
          <p:nvPr/>
        </p:nvSpPr>
        <p:spPr bwMode="gray">
          <a:xfrm>
            <a:off x="177170" y="1031579"/>
            <a:ext cx="7238834" cy="2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4" name="Rectangle 2048"/>
          <p:cNvSpPr/>
          <p:nvPr/>
        </p:nvSpPr>
        <p:spPr bwMode="gray">
          <a:xfrm>
            <a:off x="7596336" y="866274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70937C7D-7970-2DD0-9416-2BD2CE9F7DD8}"/>
              </a:ext>
            </a:extLst>
          </p:cNvPr>
          <p:cNvSpPr txBox="1">
            <a:spLocks/>
          </p:cNvSpPr>
          <p:nvPr userDrawn="1"/>
        </p:nvSpPr>
        <p:spPr>
          <a:xfrm>
            <a:off x="7416675" y="3562452"/>
            <a:ext cx="1547813" cy="521465"/>
          </a:xfrm>
          <a:prstGeom prst="rect">
            <a:avLst/>
          </a:prstGeom>
        </p:spPr>
        <p:txBody>
          <a:bodyPr lIns="0" tIns="0" anchor="b" anchorCtr="0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900" noProof="0" dirty="0"/>
              <a:t>Programmiertechnik II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6D6BE21-07EB-2A7A-3514-3C5C9A0F9F57}"/>
              </a:ext>
            </a:extLst>
          </p:cNvPr>
          <p:cNvSpPr txBox="1">
            <a:spLocks/>
          </p:cNvSpPr>
          <p:nvPr userDrawn="1"/>
        </p:nvSpPr>
        <p:spPr>
          <a:xfrm>
            <a:off x="7416488" y="4155928"/>
            <a:ext cx="1548000" cy="476395"/>
          </a:xfrm>
          <a:prstGeom prst="rect">
            <a:avLst/>
          </a:prstGeom>
        </p:spPr>
        <p:txBody>
          <a:bodyPr lIns="108000" t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b="0" i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800" noProof="0" dirty="0"/>
              <a:t>Unit 8b – Balancierte Bäume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1263011-02B0-D99B-96F0-5F8F5F6662F7}"/>
              </a:ext>
            </a:extLst>
          </p:cNvPr>
          <p:cNvSpPr txBox="1">
            <a:spLocks/>
          </p:cNvSpPr>
          <p:nvPr userDrawn="1"/>
        </p:nvSpPr>
        <p:spPr>
          <a:xfrm>
            <a:off x="7416488" y="4623195"/>
            <a:ext cx="1548000" cy="179496"/>
          </a:xfrm>
          <a:prstGeom prst="rect">
            <a:avLst/>
          </a:prstGeom>
        </p:spPr>
        <p:txBody>
          <a:bodyPr lIns="108000" tIns="0" anchor="b" anchorCtr="0"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AE68F2E-2A8C-D34D-8DDE-B2849ECC962F}" type="slidenum">
              <a:rPr lang="de-DE" sz="700" noProof="0" smtClean="0"/>
              <a:pPr/>
              <a:t>‹#›</a:t>
            </a:fld>
            <a:r>
              <a:rPr lang="de-DE" sz="700" noProof="0" dirty="0"/>
              <a:t>/28</a:t>
            </a:r>
          </a:p>
        </p:txBody>
      </p:sp>
      <p:pic>
        <p:nvPicPr>
          <p:cNvPr id="6" name="Grafik 28">
            <a:extLst>
              <a:ext uri="{FF2B5EF4-FFF2-40B4-BE49-F238E27FC236}">
                <a16:creationId xmlns:a16="http://schemas.microsoft.com/office/drawing/2014/main" id="{0030E6E4-E302-1D7B-703C-E754385BD918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9665" y="239817"/>
            <a:ext cx="1308999" cy="74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69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9" r:id="rId4"/>
    <p:sldLayoutId id="2147483662" r:id="rId5"/>
    <p:sldLayoutId id="2147483650" r:id="rId6"/>
    <p:sldLayoutId id="2147483664" r:id="rId7"/>
    <p:sldLayoutId id="2147483652" r:id="rId8"/>
    <p:sldLayoutId id="2147483653" r:id="rId9"/>
    <p:sldLayoutId id="2147483660" r:id="rId10"/>
    <p:sldLayoutId id="2147483654" r:id="rId11"/>
    <p:sldLayoutId id="2147483655" r:id="rId12"/>
    <p:sldLayoutId id="2147483656" r:id="rId13"/>
    <p:sldLayoutId id="2147483657" r:id="rId14"/>
    <p:sldLayoutId id="2147483665" r:id="rId15"/>
    <p:sldLayoutId id="2147483663" r:id="rId16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2000" kern="1200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68288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■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□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06450" indent="-269875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7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rabi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lphaLcParenR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1"/>
        </a:buClr>
        <a:buSzPct val="90000"/>
        <a:buFont typeface="Arial" panose="020B0604020202020204" pitchFamily="34" charset="0"/>
        <a:buNone/>
        <a:defRPr sz="1600" kern="1200" cap="all" baseline="0">
          <a:solidFill>
            <a:schemeClr val="accent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HPI-Artificial-Intelligence-Teaching/26-pt2/blob/main/unit8/redblack_bst.h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PI-Artificial-Intelligence-Teaching/26-pt2/blob/main/unit8/redblack_bst.h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PI-Artificial-Intelligence-Teaching/26-pt2/blob/main/unit8/redblack_bst.h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PI-Artificial-Intelligence-Teaching/26-pt2/blob/main/unit8/redblack_bst.h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PI-Artificial-Intelligence-Teaching/26-pt2/blob/main/unit8/redblack_bst.h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picture containing light&#10;&#10;Description automatically generated">
            <a:extLst>
              <a:ext uri="{FF2B5EF4-FFF2-40B4-BE49-F238E27FC236}">
                <a16:creationId xmlns:a16="http://schemas.microsoft.com/office/drawing/2014/main" id="{D29351EF-6C46-C314-2EF0-2DDECEA967B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499B4D-A6A4-7FB5-E40F-F91A99DDDB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6B42D6-B7D1-151D-17E2-D12C352A32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Programmiertechnik II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B102906-BAE2-00D0-F9F8-0F97B27605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Ralf Herbrich</a:t>
            </a:r>
          </a:p>
          <a:p>
            <a:pPr algn="l"/>
            <a:r>
              <a:rPr lang="de-DE" dirty="0"/>
              <a:t>Balancierte Bäume</a:t>
            </a:r>
          </a:p>
        </p:txBody>
      </p:sp>
    </p:spTree>
    <p:extLst>
      <p:ext uri="{BB962C8B-B14F-4D97-AF65-F5344CB8AC3E}">
        <p14:creationId xmlns:p14="http://schemas.microsoft.com/office/powerpoint/2010/main" val="173470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54B542B3-FE3F-7E79-C87B-0A1DC2913AD1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4002351"/>
                <a:ext cx="6877051" cy="801423"/>
              </a:xfrm>
            </p:spPr>
            <p:txBody>
              <a:bodyPr/>
              <a:lstStyle/>
              <a:p>
                <a:r>
                  <a:rPr lang="de-DE" b="1" dirty="0"/>
                  <a:t>Herausforderung</a:t>
                </a:r>
                <a:r>
                  <a:rPr lang="de-DE" dirty="0"/>
                  <a:t>: Garantierte Laufzeit ist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de-DE" dirty="0"/>
                  <a:t>!</a:t>
                </a:r>
              </a:p>
            </p:txBody>
          </p:sp>
        </mc:Choice>
        <mc:Fallback xmlns="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54B542B3-FE3F-7E79-C87B-0A1DC2913A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4002351"/>
                <a:ext cx="6877051" cy="801423"/>
              </a:xfrm>
              <a:blipFill>
                <a:blip r:embed="rId2"/>
                <a:stretch>
                  <a:fillRect t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>
            <a:extLst>
              <a:ext uri="{FF2B5EF4-FFF2-40B4-BE49-F238E27FC236}">
                <a16:creationId xmlns:a16="http://schemas.microsoft.com/office/drawing/2014/main" id="{BA226B3C-210F-D66A-ECCC-0EFC1C122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Symboltabelle: Komplexitäten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D951F502-8D3D-36EC-86D1-3E89FCC3A16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8986497"/>
                  </p:ext>
                </p:extLst>
              </p:nvPr>
            </p:nvGraphicFramePr>
            <p:xfrm>
              <a:off x="358776" y="1128062"/>
              <a:ext cx="8245672" cy="22655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00503">
                      <a:extLst>
                        <a:ext uri="{9D8B030D-6E8A-4147-A177-3AD203B41FA5}">
                          <a16:colId xmlns:a16="http://schemas.microsoft.com/office/drawing/2014/main" val="1442342595"/>
                        </a:ext>
                      </a:extLst>
                    </a:gridCol>
                    <a:gridCol w="1062072">
                      <a:extLst>
                        <a:ext uri="{9D8B030D-6E8A-4147-A177-3AD203B41FA5}">
                          <a16:colId xmlns:a16="http://schemas.microsoft.com/office/drawing/2014/main" val="3126452094"/>
                        </a:ext>
                      </a:extLst>
                    </a:gridCol>
                    <a:gridCol w="1147218">
                      <a:extLst>
                        <a:ext uri="{9D8B030D-6E8A-4147-A177-3AD203B41FA5}">
                          <a16:colId xmlns:a16="http://schemas.microsoft.com/office/drawing/2014/main" val="793860594"/>
                        </a:ext>
                      </a:extLst>
                    </a:gridCol>
                    <a:gridCol w="1058969">
                      <a:extLst>
                        <a:ext uri="{9D8B030D-6E8A-4147-A177-3AD203B41FA5}">
                          <a16:colId xmlns:a16="http://schemas.microsoft.com/office/drawing/2014/main" val="983505871"/>
                        </a:ext>
                      </a:extLst>
                    </a:gridCol>
                    <a:gridCol w="1084324">
                      <a:extLst>
                        <a:ext uri="{9D8B030D-6E8A-4147-A177-3AD203B41FA5}">
                          <a16:colId xmlns:a16="http://schemas.microsoft.com/office/drawing/2014/main" val="3699452866"/>
                        </a:ext>
                      </a:extLst>
                    </a:gridCol>
                    <a:gridCol w="1088145">
                      <a:extLst>
                        <a:ext uri="{9D8B030D-6E8A-4147-A177-3AD203B41FA5}">
                          <a16:colId xmlns:a16="http://schemas.microsoft.com/office/drawing/2014/main" val="1336977128"/>
                        </a:ext>
                      </a:extLst>
                    </a:gridCol>
                    <a:gridCol w="1004441">
                      <a:extLst>
                        <a:ext uri="{9D8B030D-6E8A-4147-A177-3AD203B41FA5}">
                          <a16:colId xmlns:a16="http://schemas.microsoft.com/office/drawing/2014/main" val="273972525"/>
                        </a:ext>
                      </a:extLst>
                    </a:gridCol>
                  </a:tblGrid>
                  <a:tr h="313433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Implementierung</a:t>
                          </a:r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Garantiert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200" i="1" noProof="0" dirty="0"/>
                            <a:t>Average</a:t>
                          </a:r>
                          <a:endParaRPr lang="en-US" sz="1200" noProof="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 sz="1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1266586"/>
                      </a:ext>
                    </a:extLst>
                  </a:tr>
                  <a:tr h="516242">
                    <a:tc vMerge="1">
                      <a:txBody>
                        <a:bodyPr/>
                        <a:lstStyle/>
                        <a:p>
                          <a:r>
                            <a:rPr lang="de-DE" sz="1100" b="1" dirty="0">
                              <a:solidFill>
                                <a:schemeClr val="bg1"/>
                              </a:solidFill>
                            </a:rPr>
                            <a:t>Implementierung</a:t>
                          </a:r>
                        </a:p>
                      </a:txBody>
                      <a:tcPr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Suche </a:t>
                          </a:r>
                          <a:b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</a:b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get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Einfügen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put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Löschen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Suche </a:t>
                          </a:r>
                          <a:b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</a:b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get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Einfügen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put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Löschen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6641460"/>
                      </a:ext>
                    </a:extLst>
                  </a:tr>
                  <a:tr h="5162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/>
                            <a:t>Sequentielle Suche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71760991"/>
                      </a:ext>
                    </a:extLst>
                  </a:tr>
                  <a:tr h="3736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/>
                            <a:t>Binäre Suche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44136918"/>
                      </a:ext>
                    </a:extLst>
                  </a:tr>
                  <a:tr h="5162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/>
                            <a:t>Binäre Suchbäume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1.39⋅</m:t>
                                </m:r>
                                <m:sSub>
                                  <m:sSubPr>
                                    <m:ctrlP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1.39⋅</m:t>
                                </m:r>
                                <m:sSub>
                                  <m:sSubPr>
                                    <m:ctrlP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i="0" dirty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de-DE" sz="12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138002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D951F502-8D3D-36EC-86D1-3E89FCC3A16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8986497"/>
                  </p:ext>
                </p:extLst>
              </p:nvPr>
            </p:nvGraphicFramePr>
            <p:xfrm>
              <a:off x="358776" y="1128062"/>
              <a:ext cx="8245672" cy="226557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00503">
                      <a:extLst>
                        <a:ext uri="{9D8B030D-6E8A-4147-A177-3AD203B41FA5}">
                          <a16:colId xmlns:a16="http://schemas.microsoft.com/office/drawing/2014/main" val="1442342595"/>
                        </a:ext>
                      </a:extLst>
                    </a:gridCol>
                    <a:gridCol w="1062072">
                      <a:extLst>
                        <a:ext uri="{9D8B030D-6E8A-4147-A177-3AD203B41FA5}">
                          <a16:colId xmlns:a16="http://schemas.microsoft.com/office/drawing/2014/main" val="3126452094"/>
                        </a:ext>
                      </a:extLst>
                    </a:gridCol>
                    <a:gridCol w="1147218">
                      <a:extLst>
                        <a:ext uri="{9D8B030D-6E8A-4147-A177-3AD203B41FA5}">
                          <a16:colId xmlns:a16="http://schemas.microsoft.com/office/drawing/2014/main" val="793860594"/>
                        </a:ext>
                      </a:extLst>
                    </a:gridCol>
                    <a:gridCol w="1058969">
                      <a:extLst>
                        <a:ext uri="{9D8B030D-6E8A-4147-A177-3AD203B41FA5}">
                          <a16:colId xmlns:a16="http://schemas.microsoft.com/office/drawing/2014/main" val="983505871"/>
                        </a:ext>
                      </a:extLst>
                    </a:gridCol>
                    <a:gridCol w="1084324">
                      <a:extLst>
                        <a:ext uri="{9D8B030D-6E8A-4147-A177-3AD203B41FA5}">
                          <a16:colId xmlns:a16="http://schemas.microsoft.com/office/drawing/2014/main" val="3699452866"/>
                        </a:ext>
                      </a:extLst>
                    </a:gridCol>
                    <a:gridCol w="1088145">
                      <a:extLst>
                        <a:ext uri="{9D8B030D-6E8A-4147-A177-3AD203B41FA5}">
                          <a16:colId xmlns:a16="http://schemas.microsoft.com/office/drawing/2014/main" val="1336977128"/>
                        </a:ext>
                      </a:extLst>
                    </a:gridCol>
                    <a:gridCol w="1004441">
                      <a:extLst>
                        <a:ext uri="{9D8B030D-6E8A-4147-A177-3AD203B41FA5}">
                          <a16:colId xmlns:a16="http://schemas.microsoft.com/office/drawing/2014/main" val="273972525"/>
                        </a:ext>
                      </a:extLst>
                    </a:gridCol>
                  </a:tblGrid>
                  <a:tr h="313433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Implementierung</a:t>
                          </a:r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Garantiert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200" i="1" noProof="0" dirty="0"/>
                            <a:t>Average</a:t>
                          </a:r>
                          <a:endParaRPr lang="en-US" sz="1200" noProof="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 sz="1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1266586"/>
                      </a:ext>
                    </a:extLst>
                  </a:tr>
                  <a:tr h="516242">
                    <a:tc vMerge="1">
                      <a:txBody>
                        <a:bodyPr/>
                        <a:lstStyle/>
                        <a:p>
                          <a:r>
                            <a:rPr lang="de-DE" sz="1100" b="1" dirty="0">
                              <a:solidFill>
                                <a:schemeClr val="bg1"/>
                              </a:solidFill>
                            </a:rPr>
                            <a:t>Implementierung</a:t>
                          </a:r>
                        </a:p>
                      </a:txBody>
                      <a:tcPr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Suche </a:t>
                          </a:r>
                          <a:b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</a:b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get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Einfügen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put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Löschen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Suche </a:t>
                          </a:r>
                          <a:b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</a:b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get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Einfügen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put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Löschen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6641460"/>
                      </a:ext>
                    </a:extLst>
                  </a:tr>
                  <a:tr h="5162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/>
                            <a:t>Sequentielle Suche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70238" t="-160976" r="-507143" b="-180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52222" t="-160976" r="-373333" b="-180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77381" t="-160976" r="-300000" b="-180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71765" t="-160976" r="-196471" b="-180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65116" t="-160976" r="-94186" b="-1804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24051" t="-160976" r="-2532" b="-1804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1760991"/>
                      </a:ext>
                    </a:extLst>
                  </a:tr>
                  <a:tr h="4034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/>
                            <a:t>Binäre Suche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70238" t="-334375" r="-507143" b="-13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52222" t="-334375" r="-373333" b="-13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77381" t="-334375" r="-300000" b="-13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71765" t="-334375" r="-196471" b="-13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65116" t="-334375" r="-94186" b="-13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24051" t="-334375" r="-2532" b="-131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4136918"/>
                      </a:ext>
                    </a:extLst>
                  </a:tr>
                  <a:tr h="5162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/>
                            <a:t>Binäre Suchbäume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70238" t="-339024" r="-507143" b="-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52222" t="-339024" r="-373333" b="-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77381" t="-339024" r="-300000" b="-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71765" t="-339024" r="-196471" b="-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65116" t="-339024" r="-94186" b="-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24051" t="-339024" r="-2532" b="-24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380028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026D103A-1179-248C-E523-8049B11456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2052348"/>
                  </p:ext>
                </p:extLst>
              </p:nvPr>
            </p:nvGraphicFramePr>
            <p:xfrm>
              <a:off x="358776" y="1128062"/>
              <a:ext cx="8245672" cy="278181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00503">
                      <a:extLst>
                        <a:ext uri="{9D8B030D-6E8A-4147-A177-3AD203B41FA5}">
                          <a16:colId xmlns:a16="http://schemas.microsoft.com/office/drawing/2014/main" val="1442342595"/>
                        </a:ext>
                      </a:extLst>
                    </a:gridCol>
                    <a:gridCol w="1062072">
                      <a:extLst>
                        <a:ext uri="{9D8B030D-6E8A-4147-A177-3AD203B41FA5}">
                          <a16:colId xmlns:a16="http://schemas.microsoft.com/office/drawing/2014/main" val="3126452094"/>
                        </a:ext>
                      </a:extLst>
                    </a:gridCol>
                    <a:gridCol w="1147218">
                      <a:extLst>
                        <a:ext uri="{9D8B030D-6E8A-4147-A177-3AD203B41FA5}">
                          <a16:colId xmlns:a16="http://schemas.microsoft.com/office/drawing/2014/main" val="793860594"/>
                        </a:ext>
                      </a:extLst>
                    </a:gridCol>
                    <a:gridCol w="1058969">
                      <a:extLst>
                        <a:ext uri="{9D8B030D-6E8A-4147-A177-3AD203B41FA5}">
                          <a16:colId xmlns:a16="http://schemas.microsoft.com/office/drawing/2014/main" val="983505871"/>
                        </a:ext>
                      </a:extLst>
                    </a:gridCol>
                    <a:gridCol w="1084324">
                      <a:extLst>
                        <a:ext uri="{9D8B030D-6E8A-4147-A177-3AD203B41FA5}">
                          <a16:colId xmlns:a16="http://schemas.microsoft.com/office/drawing/2014/main" val="3699452866"/>
                        </a:ext>
                      </a:extLst>
                    </a:gridCol>
                    <a:gridCol w="1088145">
                      <a:extLst>
                        <a:ext uri="{9D8B030D-6E8A-4147-A177-3AD203B41FA5}">
                          <a16:colId xmlns:a16="http://schemas.microsoft.com/office/drawing/2014/main" val="1336977128"/>
                        </a:ext>
                      </a:extLst>
                    </a:gridCol>
                    <a:gridCol w="1004441">
                      <a:extLst>
                        <a:ext uri="{9D8B030D-6E8A-4147-A177-3AD203B41FA5}">
                          <a16:colId xmlns:a16="http://schemas.microsoft.com/office/drawing/2014/main" val="273972525"/>
                        </a:ext>
                      </a:extLst>
                    </a:gridCol>
                  </a:tblGrid>
                  <a:tr h="313433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Implementierung</a:t>
                          </a:r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Garantiert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200" i="1" noProof="0" dirty="0"/>
                            <a:t>Average</a:t>
                          </a:r>
                          <a:endParaRPr lang="en-US" sz="1200" noProof="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 sz="1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1266586"/>
                      </a:ext>
                    </a:extLst>
                  </a:tr>
                  <a:tr h="516242">
                    <a:tc vMerge="1">
                      <a:txBody>
                        <a:bodyPr/>
                        <a:lstStyle/>
                        <a:p>
                          <a:r>
                            <a:rPr lang="de-DE" sz="1100" b="1" dirty="0">
                              <a:solidFill>
                                <a:schemeClr val="bg1"/>
                              </a:solidFill>
                            </a:rPr>
                            <a:t>Implementierung</a:t>
                          </a:r>
                        </a:p>
                      </a:txBody>
                      <a:tcPr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Suche </a:t>
                          </a:r>
                          <a:b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</a:b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get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Einfügen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put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Löschen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Suche </a:t>
                          </a:r>
                          <a:b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</a:b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get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Einfügen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put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Löschen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6641460"/>
                      </a:ext>
                    </a:extLst>
                  </a:tr>
                  <a:tr h="5162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</a:rPr>
                            <a:t>Sequentielle Suche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71760991"/>
                      </a:ext>
                    </a:extLst>
                  </a:tr>
                  <a:tr h="3736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</a:rPr>
                            <a:t>Binäre Suche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i="0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i="0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44136918"/>
                      </a:ext>
                    </a:extLst>
                  </a:tr>
                  <a:tr h="5162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</a:rPr>
                            <a:t>Binäre Suchbäume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1.39⋅</m:t>
                                </m:r>
                                <m:sSub>
                                  <m:sSubPr>
                                    <m:ctrlP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i="0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1.39⋅</m:t>
                                </m:r>
                                <m:sSub>
                                  <m:sSubPr>
                                    <m:ctrlP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i="0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sz="1200" b="0" i="1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1200" b="0" i="1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13800285"/>
                      </a:ext>
                    </a:extLst>
                  </a:tr>
                  <a:tr h="5162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/>
                            <a:t>Ziel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2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de-DE" sz="12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2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de-DE" sz="12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2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de-DE" sz="12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2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de-DE" sz="12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2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de-DE" sz="12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2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de-DE" sz="12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953654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026D103A-1179-248C-E523-8049B11456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2052348"/>
                  </p:ext>
                </p:extLst>
              </p:nvPr>
            </p:nvGraphicFramePr>
            <p:xfrm>
              <a:off x="358776" y="1128062"/>
              <a:ext cx="8245672" cy="278181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00503">
                      <a:extLst>
                        <a:ext uri="{9D8B030D-6E8A-4147-A177-3AD203B41FA5}">
                          <a16:colId xmlns:a16="http://schemas.microsoft.com/office/drawing/2014/main" val="1442342595"/>
                        </a:ext>
                      </a:extLst>
                    </a:gridCol>
                    <a:gridCol w="1062072">
                      <a:extLst>
                        <a:ext uri="{9D8B030D-6E8A-4147-A177-3AD203B41FA5}">
                          <a16:colId xmlns:a16="http://schemas.microsoft.com/office/drawing/2014/main" val="3126452094"/>
                        </a:ext>
                      </a:extLst>
                    </a:gridCol>
                    <a:gridCol w="1147218">
                      <a:extLst>
                        <a:ext uri="{9D8B030D-6E8A-4147-A177-3AD203B41FA5}">
                          <a16:colId xmlns:a16="http://schemas.microsoft.com/office/drawing/2014/main" val="793860594"/>
                        </a:ext>
                      </a:extLst>
                    </a:gridCol>
                    <a:gridCol w="1058969">
                      <a:extLst>
                        <a:ext uri="{9D8B030D-6E8A-4147-A177-3AD203B41FA5}">
                          <a16:colId xmlns:a16="http://schemas.microsoft.com/office/drawing/2014/main" val="983505871"/>
                        </a:ext>
                      </a:extLst>
                    </a:gridCol>
                    <a:gridCol w="1084324">
                      <a:extLst>
                        <a:ext uri="{9D8B030D-6E8A-4147-A177-3AD203B41FA5}">
                          <a16:colId xmlns:a16="http://schemas.microsoft.com/office/drawing/2014/main" val="3699452866"/>
                        </a:ext>
                      </a:extLst>
                    </a:gridCol>
                    <a:gridCol w="1088145">
                      <a:extLst>
                        <a:ext uri="{9D8B030D-6E8A-4147-A177-3AD203B41FA5}">
                          <a16:colId xmlns:a16="http://schemas.microsoft.com/office/drawing/2014/main" val="1336977128"/>
                        </a:ext>
                      </a:extLst>
                    </a:gridCol>
                    <a:gridCol w="1004441">
                      <a:extLst>
                        <a:ext uri="{9D8B030D-6E8A-4147-A177-3AD203B41FA5}">
                          <a16:colId xmlns:a16="http://schemas.microsoft.com/office/drawing/2014/main" val="273972525"/>
                        </a:ext>
                      </a:extLst>
                    </a:gridCol>
                  </a:tblGrid>
                  <a:tr h="313433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Implementierung</a:t>
                          </a:r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Garantiert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200" i="1" noProof="0" dirty="0"/>
                            <a:t>Average</a:t>
                          </a:r>
                          <a:endParaRPr lang="en-US" sz="1200" noProof="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 sz="1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1266586"/>
                      </a:ext>
                    </a:extLst>
                  </a:tr>
                  <a:tr h="516242">
                    <a:tc vMerge="1">
                      <a:txBody>
                        <a:bodyPr/>
                        <a:lstStyle/>
                        <a:p>
                          <a:r>
                            <a:rPr lang="de-DE" sz="1100" b="1" dirty="0">
                              <a:solidFill>
                                <a:schemeClr val="bg1"/>
                              </a:solidFill>
                            </a:rPr>
                            <a:t>Implementierung</a:t>
                          </a:r>
                        </a:p>
                      </a:txBody>
                      <a:tcPr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Suche </a:t>
                          </a:r>
                          <a:b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</a:b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get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Einfügen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put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Löschen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Suche </a:t>
                          </a:r>
                          <a:b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</a:b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get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Einfügen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put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Löschen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6641460"/>
                      </a:ext>
                    </a:extLst>
                  </a:tr>
                  <a:tr h="5162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</a:rPr>
                            <a:t>Sequentielle Suche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70238" t="-165000" r="-507143" b="-29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52222" t="-165000" r="-373333" b="-29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77381" t="-165000" r="-300000" b="-29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71765" t="-165000" r="-196471" b="-29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65116" t="-165000" r="-94186" b="-29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24051" t="-165000" r="-2532" b="-29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1760991"/>
                      </a:ext>
                    </a:extLst>
                  </a:tr>
                  <a:tr h="4034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</a:rPr>
                            <a:t>Binäre Suche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70238" t="-331250" r="-507143" b="-26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52222" t="-331250" r="-373333" b="-26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77381" t="-331250" r="-300000" b="-26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71765" t="-331250" r="-196471" b="-26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65116" t="-331250" r="-94186" b="-26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24051" t="-331250" r="-2532" b="-26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4136918"/>
                      </a:ext>
                    </a:extLst>
                  </a:tr>
                  <a:tr h="5162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</a:rPr>
                            <a:t>Binäre Suchbäume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70238" t="-336585" r="-507143" b="-1048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52222" t="-336585" r="-373333" b="-1048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77381" t="-336585" r="-300000" b="-1048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71765" t="-336585" r="-196471" b="-1048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65116" t="-336585" r="-94186" b="-1048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24051" t="-336585" r="-2532" b="-1048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3800285"/>
                      </a:ext>
                    </a:extLst>
                  </a:tr>
                  <a:tr h="5162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/>
                            <a:t>Ziel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70238" t="-436585" r="-507143" b="-48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52222" t="-436585" r="-373333" b="-48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77381" t="-436585" r="-300000" b="-48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471765" t="-436585" r="-196471" b="-48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65116" t="-436585" r="-94186" b="-48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724051" t="-436585" r="-2532" b="-48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536545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478519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de-DE" altLang="en-DE" dirty="0"/>
              <a:t>2-3 Bäume</a:t>
            </a:r>
          </a:p>
          <a:p>
            <a:pPr marL="342900" indent="-342900"/>
            <a:r>
              <a:rPr lang="de-DE" altLang="en-DE" dirty="0"/>
              <a:t>(Links-Neigende) Rot-Schwarz Bäume (</a:t>
            </a:r>
            <a:r>
              <a:rPr lang="en-US" altLang="en-DE" i="1" dirty="0"/>
              <a:t>left-leaning red-black trees</a:t>
            </a:r>
            <a:r>
              <a:rPr lang="de-DE" altLang="en-DE" dirty="0"/>
              <a:t>)</a:t>
            </a:r>
          </a:p>
          <a:p>
            <a:pPr marL="614125" lvl="1" indent="-342900"/>
            <a:r>
              <a:rPr lang="de-DE" altLang="en-DE" dirty="0"/>
              <a:t>Rotationen und Farbwechsel</a:t>
            </a:r>
          </a:p>
          <a:p>
            <a:pPr marL="614125" lvl="1" indent="-342900"/>
            <a:r>
              <a:rPr lang="de-DE" altLang="en-DE" dirty="0"/>
              <a:t>Einfügen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155065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de-DE" altLang="en-DE" b="1" dirty="0"/>
              <a:t>2-3 Bäume</a:t>
            </a:r>
          </a:p>
          <a:p>
            <a:pPr marL="342900" indent="-342900"/>
            <a:r>
              <a:rPr lang="de-DE" altLang="en-DE" dirty="0"/>
              <a:t>(Links-Neigende) Rot-Schwarz Bäume (</a:t>
            </a:r>
            <a:r>
              <a:rPr lang="en-US" altLang="en-DE" i="1" dirty="0"/>
              <a:t>left-leaning red-black trees</a:t>
            </a:r>
            <a:r>
              <a:rPr lang="de-DE" altLang="en-DE" dirty="0"/>
              <a:t>)</a:t>
            </a:r>
          </a:p>
          <a:p>
            <a:pPr marL="614125" lvl="1" indent="-342900"/>
            <a:r>
              <a:rPr lang="de-DE" altLang="en-DE" dirty="0"/>
              <a:t>Rotationen und Farbwechsel</a:t>
            </a:r>
          </a:p>
          <a:p>
            <a:pPr marL="614125" lvl="1" indent="-342900"/>
            <a:r>
              <a:rPr lang="de-DE" altLang="en-DE" dirty="0"/>
              <a:t>Einfügen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154476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D575FC24-ACF7-A482-B6D6-24AE3235CDF8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1907977"/>
              </a:xfrm>
            </p:spPr>
            <p:txBody>
              <a:bodyPr/>
              <a:lstStyle/>
              <a:p>
                <a:r>
                  <a:rPr lang="de-DE" b="1" dirty="0"/>
                  <a:t>Idee</a:t>
                </a:r>
                <a:r>
                  <a:rPr lang="de-DE" dirty="0"/>
                  <a:t>: Wir erlauben ein oder zwei Suchschlüssel! </a:t>
                </a:r>
              </a:p>
              <a:p>
                <a:pPr lvl="1"/>
                <a:r>
                  <a:rPr lang="de-DE" sz="1200" b="1" dirty="0"/>
                  <a:t>2-Knoten</a:t>
                </a:r>
                <a:r>
                  <a:rPr lang="de-DE" sz="1200" dirty="0"/>
                  <a:t>: Einen Suchschlüssel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de-DE" sz="1200" dirty="0"/>
                  <a:t> und zwei Kinder (Links: alle Knoten kleiner als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de-DE" sz="1200" dirty="0"/>
                  <a:t>; Rechts: alle Knoten größer als 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de-DE" sz="1200" dirty="0"/>
                  <a:t>)</a:t>
                </a:r>
              </a:p>
              <a:p>
                <a:pPr lvl="1"/>
                <a:r>
                  <a:rPr lang="de-DE" sz="1200" b="1" dirty="0"/>
                  <a:t>3-Knoten</a:t>
                </a:r>
                <a:r>
                  <a:rPr lang="de-DE" sz="1200" dirty="0"/>
                  <a:t>: Zwei Suchschlüssel 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de-DE" sz="1200" dirty="0"/>
                  <a:t> und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de-DE" sz="1200" dirty="0"/>
                  <a:t> und drei Kinder (Links: alle Knoten kleiner als 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de-DE" sz="1200" dirty="0"/>
                  <a:t>; Mitte: alle Knoten größer als 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de-DE" sz="1200" dirty="0"/>
                  <a:t> aber kleiner als 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de-DE" sz="1200" dirty="0"/>
                  <a:t>; Rechts: alle Knoten größer als 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de-DE" sz="1200" dirty="0"/>
                  <a:t>)</a:t>
                </a:r>
              </a:p>
              <a:p>
                <a:r>
                  <a:rPr lang="de-DE" b="1" dirty="0"/>
                  <a:t>Symmetrische Ordnung</a:t>
                </a:r>
                <a:r>
                  <a:rPr lang="de-DE" dirty="0"/>
                  <a:t> ergibt weiterhin alle Knoten in richtiger Reihenfolge</a:t>
                </a:r>
              </a:p>
              <a:p>
                <a:r>
                  <a:rPr lang="de-DE" b="1" dirty="0"/>
                  <a:t>Satz (Perfekte Balance)</a:t>
                </a:r>
                <a:r>
                  <a:rPr lang="de-DE" dirty="0"/>
                  <a:t>: Jeder Pfad von der Wurzel zu den </a:t>
                </a:r>
                <a:r>
                  <a:rPr lang="en-US" i="1" dirty="0"/>
                  <a:t>null links</a:t>
                </a:r>
                <a:r>
                  <a:rPr lang="de-DE" dirty="0"/>
                  <a:t> hat die gleiche Länge!</a:t>
                </a:r>
                <a:endParaRPr lang="de-DE" b="1" dirty="0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D575FC24-ACF7-A482-B6D6-24AE3235CD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1907977"/>
              </a:xfrm>
              <a:blipFill>
                <a:blip r:embed="rId2"/>
                <a:stretch>
                  <a:fillRect t="-662" b="-7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5C6713A6-399F-0AB0-6190-2ABC03A23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2-3 Bäume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7DA68D2-E5E6-4163-825D-571FF71AC2A6}"/>
              </a:ext>
            </a:extLst>
          </p:cNvPr>
          <p:cNvSpPr/>
          <p:nvPr/>
        </p:nvSpPr>
        <p:spPr bwMode="gray">
          <a:xfrm>
            <a:off x="4343300" y="316767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M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484E330-B5B2-2B96-4496-E6A339A8CB4F}"/>
              </a:ext>
            </a:extLst>
          </p:cNvPr>
          <p:cNvSpPr/>
          <p:nvPr/>
        </p:nvSpPr>
        <p:spPr bwMode="gray">
          <a:xfrm>
            <a:off x="4703340" y="358722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98959CF-BCC0-94BE-D951-4C699F44E456}"/>
              </a:ext>
            </a:extLst>
          </p:cNvPr>
          <p:cNvSpPr/>
          <p:nvPr/>
        </p:nvSpPr>
        <p:spPr bwMode="gray">
          <a:xfrm>
            <a:off x="3863247" y="408878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L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DE28174-8AEB-35DD-56A4-1D472B20434E}"/>
              </a:ext>
            </a:extLst>
          </p:cNvPr>
          <p:cNvSpPr/>
          <p:nvPr/>
        </p:nvSpPr>
        <p:spPr bwMode="gray">
          <a:xfrm>
            <a:off x="3298715" y="408878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H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5E3CE2C-49C2-CE9B-36F2-0DA2C89B30A3}"/>
              </a:ext>
            </a:extLst>
          </p:cNvPr>
          <p:cNvCxnSpPr>
            <a:cxnSpLocks/>
            <a:stCxn id="6" idx="3"/>
            <a:endCxn id="69" idx="2"/>
          </p:cNvCxnSpPr>
          <p:nvPr/>
        </p:nvCxnSpPr>
        <p:spPr bwMode="gray">
          <a:xfrm flipH="1">
            <a:off x="3563888" y="3352062"/>
            <a:ext cx="811048" cy="2338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BA74B72-D8BB-F896-9CC8-5D46D489313B}"/>
              </a:ext>
            </a:extLst>
          </p:cNvPr>
          <p:cNvCxnSpPr>
            <a:cxnSpLocks/>
            <a:stCxn id="6" idx="5"/>
            <a:endCxn id="7" idx="1"/>
          </p:cNvCxnSpPr>
          <p:nvPr/>
        </p:nvCxnSpPr>
        <p:spPr bwMode="gray">
          <a:xfrm>
            <a:off x="4527688" y="3352062"/>
            <a:ext cx="207288" cy="26679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F0E0A15-E171-1B3B-4F76-47B6867392E5}"/>
              </a:ext>
            </a:extLst>
          </p:cNvPr>
          <p:cNvCxnSpPr>
            <a:cxnSpLocks/>
            <a:endCxn id="70" idx="5"/>
          </p:cNvCxnSpPr>
          <p:nvPr/>
        </p:nvCxnSpPr>
        <p:spPr bwMode="gray">
          <a:xfrm flipV="1">
            <a:off x="2778945" y="4306121"/>
            <a:ext cx="0" cy="1265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BFDF75A-D733-7BF4-89BB-C7D0E543C33A}"/>
              </a:ext>
            </a:extLst>
          </p:cNvPr>
          <p:cNvCxnSpPr>
            <a:cxnSpLocks/>
            <a:stCxn id="70" idx="1"/>
            <a:endCxn id="69" idx="6"/>
          </p:cNvCxnSpPr>
          <p:nvPr/>
        </p:nvCxnSpPr>
        <p:spPr bwMode="gray">
          <a:xfrm flipV="1">
            <a:off x="2772759" y="3801937"/>
            <a:ext cx="402189" cy="28657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45BE2CC-A17F-C8F6-BEF6-C47EBAA01544}"/>
              </a:ext>
            </a:extLst>
          </p:cNvPr>
          <p:cNvCxnSpPr>
            <a:cxnSpLocks/>
            <a:stCxn id="69" idx="4"/>
            <a:endCxn id="10" idx="1"/>
          </p:cNvCxnSpPr>
          <p:nvPr/>
        </p:nvCxnSpPr>
        <p:spPr bwMode="gray">
          <a:xfrm>
            <a:off x="3563888" y="3801937"/>
            <a:ext cx="330995" cy="3184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75652F8-4C60-E6AA-9273-D3248A938D64}"/>
              </a:ext>
            </a:extLst>
          </p:cNvPr>
          <p:cNvCxnSpPr>
            <a:cxnSpLocks/>
            <a:stCxn id="12" idx="0"/>
            <a:endCxn id="69" idx="5"/>
          </p:cNvCxnSpPr>
          <p:nvPr/>
        </p:nvCxnSpPr>
        <p:spPr bwMode="gray">
          <a:xfrm flipH="1" flipV="1">
            <a:off x="3374462" y="3804557"/>
            <a:ext cx="32265" cy="2842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EEB4184-0612-B555-CE4D-FAB416260A54}"/>
              </a:ext>
            </a:extLst>
          </p:cNvPr>
          <p:cNvCxnSpPr>
            <a:cxnSpLocks/>
            <a:stCxn id="7" idx="3"/>
            <a:endCxn id="27" idx="7"/>
          </p:cNvCxnSpPr>
          <p:nvPr/>
        </p:nvCxnSpPr>
        <p:spPr bwMode="gray">
          <a:xfrm flipH="1">
            <a:off x="4491215" y="3771611"/>
            <a:ext cx="243761" cy="34881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EAC49EE-FE52-397A-14FC-2F7C4D45E48B}"/>
              </a:ext>
            </a:extLst>
          </p:cNvPr>
          <p:cNvCxnSpPr>
            <a:cxnSpLocks/>
            <a:stCxn id="7" idx="5"/>
            <a:endCxn id="31" idx="1"/>
          </p:cNvCxnSpPr>
          <p:nvPr/>
        </p:nvCxnSpPr>
        <p:spPr bwMode="gray">
          <a:xfrm>
            <a:off x="4887728" y="3771611"/>
            <a:ext cx="211350" cy="3168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7649C1E-5A16-A6E7-E14F-2CA7B8D14115}"/>
              </a:ext>
            </a:extLst>
          </p:cNvPr>
          <p:cNvCxnSpPr>
            <a:cxnSpLocks/>
            <a:stCxn id="10" idx="3"/>
          </p:cNvCxnSpPr>
          <p:nvPr/>
        </p:nvCxnSpPr>
        <p:spPr bwMode="gray">
          <a:xfrm flipH="1">
            <a:off x="3805304" y="4273175"/>
            <a:ext cx="89579" cy="1164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63179CD-F9E5-FBBC-9738-5B7A07467642}"/>
              </a:ext>
            </a:extLst>
          </p:cNvPr>
          <p:cNvCxnSpPr>
            <a:cxnSpLocks/>
            <a:stCxn id="10" idx="5"/>
          </p:cNvCxnSpPr>
          <p:nvPr/>
        </p:nvCxnSpPr>
        <p:spPr bwMode="gray">
          <a:xfrm>
            <a:off x="4047635" y="4273175"/>
            <a:ext cx="91481" cy="1164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D029453-93C8-159B-371C-B2EEE528B7EB}"/>
              </a:ext>
            </a:extLst>
          </p:cNvPr>
          <p:cNvCxnSpPr>
            <a:cxnSpLocks/>
            <a:stCxn id="12" idx="3"/>
          </p:cNvCxnSpPr>
          <p:nvPr/>
        </p:nvCxnSpPr>
        <p:spPr bwMode="gray">
          <a:xfrm flipH="1">
            <a:off x="3240772" y="4273175"/>
            <a:ext cx="89579" cy="1224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793650D-BE7A-F9A8-65FC-443FB42290FD}"/>
              </a:ext>
            </a:extLst>
          </p:cNvPr>
          <p:cNvCxnSpPr>
            <a:cxnSpLocks/>
            <a:stCxn id="12" idx="5"/>
          </p:cNvCxnSpPr>
          <p:nvPr/>
        </p:nvCxnSpPr>
        <p:spPr bwMode="gray">
          <a:xfrm>
            <a:off x="3483103" y="4273175"/>
            <a:ext cx="89579" cy="1164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4006EBF-5BFE-7857-D739-DE5F1E03965D}"/>
              </a:ext>
            </a:extLst>
          </p:cNvPr>
          <p:cNvCxnSpPr>
            <a:cxnSpLocks/>
            <a:stCxn id="70" idx="6"/>
          </p:cNvCxnSpPr>
          <p:nvPr/>
        </p:nvCxnSpPr>
        <p:spPr bwMode="gray">
          <a:xfrm flipH="1">
            <a:off x="2510911" y="4303501"/>
            <a:ext cx="68520" cy="951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BB4E459-BED0-D6CF-3B54-815826B3071C}"/>
              </a:ext>
            </a:extLst>
          </p:cNvPr>
          <p:cNvCxnSpPr>
            <a:cxnSpLocks/>
            <a:stCxn id="70" idx="4"/>
          </p:cNvCxnSpPr>
          <p:nvPr/>
        </p:nvCxnSpPr>
        <p:spPr bwMode="gray">
          <a:xfrm>
            <a:off x="2968371" y="4303501"/>
            <a:ext cx="71089" cy="951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CA232FD8-1C51-8FB6-11E3-86CA52E53426}"/>
              </a:ext>
            </a:extLst>
          </p:cNvPr>
          <p:cNvSpPr/>
          <p:nvPr/>
        </p:nvSpPr>
        <p:spPr bwMode="gray">
          <a:xfrm>
            <a:off x="4306827" y="408878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P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ECA6D87-7107-E24D-2554-A6259A5EAE7F}"/>
              </a:ext>
            </a:extLst>
          </p:cNvPr>
          <p:cNvCxnSpPr>
            <a:cxnSpLocks/>
            <a:stCxn id="27" idx="3"/>
          </p:cNvCxnSpPr>
          <p:nvPr/>
        </p:nvCxnSpPr>
        <p:spPr bwMode="gray">
          <a:xfrm flipH="1">
            <a:off x="4245154" y="4273175"/>
            <a:ext cx="93309" cy="1164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99362D9-46E0-55C2-903A-91DC646854C8}"/>
              </a:ext>
            </a:extLst>
          </p:cNvPr>
          <p:cNvCxnSpPr>
            <a:cxnSpLocks/>
            <a:stCxn id="27" idx="5"/>
          </p:cNvCxnSpPr>
          <p:nvPr/>
        </p:nvCxnSpPr>
        <p:spPr bwMode="gray">
          <a:xfrm>
            <a:off x="4491215" y="4273175"/>
            <a:ext cx="99745" cy="11895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696F3B4-474A-0C2B-6365-E4FAE9E2B4FD}"/>
              </a:ext>
            </a:extLst>
          </p:cNvPr>
          <p:cNvCxnSpPr>
            <a:cxnSpLocks/>
            <a:stCxn id="31" idx="6"/>
          </p:cNvCxnSpPr>
          <p:nvPr/>
        </p:nvCxnSpPr>
        <p:spPr bwMode="gray">
          <a:xfrm flipH="1">
            <a:off x="4829561" y="4303501"/>
            <a:ext cx="76189" cy="861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0705BE8-4DC9-EDCA-3C45-FF1B787A11C8}"/>
              </a:ext>
            </a:extLst>
          </p:cNvPr>
          <p:cNvCxnSpPr>
            <a:cxnSpLocks/>
            <a:stCxn id="31" idx="5"/>
          </p:cNvCxnSpPr>
          <p:nvPr/>
        </p:nvCxnSpPr>
        <p:spPr bwMode="gray">
          <a:xfrm>
            <a:off x="5105264" y="4306121"/>
            <a:ext cx="0" cy="1265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1BE490F-7A89-BB87-4C0D-F7B8F573253C}"/>
              </a:ext>
            </a:extLst>
          </p:cNvPr>
          <p:cNvCxnSpPr>
            <a:cxnSpLocks/>
            <a:stCxn id="31" idx="4"/>
          </p:cNvCxnSpPr>
          <p:nvPr/>
        </p:nvCxnSpPr>
        <p:spPr bwMode="gray">
          <a:xfrm>
            <a:off x="5294690" y="4303501"/>
            <a:ext cx="71088" cy="951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rminator 30">
            <a:extLst>
              <a:ext uri="{FF2B5EF4-FFF2-40B4-BE49-F238E27FC236}">
                <a16:creationId xmlns:a16="http://schemas.microsoft.com/office/drawing/2014/main" id="{0EBE3CDA-D008-EEE4-D824-4D77CC18A3FD}"/>
              </a:ext>
            </a:extLst>
          </p:cNvPr>
          <p:cNvSpPr/>
          <p:nvPr/>
        </p:nvSpPr>
        <p:spPr bwMode="gray">
          <a:xfrm>
            <a:off x="4813493" y="4087477"/>
            <a:ext cx="573454" cy="218644"/>
          </a:xfrm>
          <a:custGeom>
            <a:avLst/>
            <a:gdLst>
              <a:gd name="connsiteX0" fmla="*/ 3475 w 21600"/>
              <a:gd name="connsiteY0" fmla="*/ 0 h 21600"/>
              <a:gd name="connsiteX1" fmla="*/ 18125 w 21600"/>
              <a:gd name="connsiteY1" fmla="*/ 0 h 21600"/>
              <a:gd name="connsiteX2" fmla="*/ 21600 w 21600"/>
              <a:gd name="connsiteY2" fmla="*/ 10800 h 21600"/>
              <a:gd name="connsiteX3" fmla="*/ 18125 w 21600"/>
              <a:gd name="connsiteY3" fmla="*/ 21600 h 21600"/>
              <a:gd name="connsiteX4" fmla="*/ 3475 w 21600"/>
              <a:gd name="connsiteY4" fmla="*/ 21600 h 21600"/>
              <a:gd name="connsiteX5" fmla="*/ 0 w 21600"/>
              <a:gd name="connsiteY5" fmla="*/ 10800 h 21600"/>
              <a:gd name="connsiteX6" fmla="*/ 3475 w 21600"/>
              <a:gd name="connsiteY6" fmla="*/ 0 h 21600"/>
              <a:gd name="connsiteX0" fmla="*/ 3475 w 21600"/>
              <a:gd name="connsiteY0" fmla="*/ 0 h 21600"/>
              <a:gd name="connsiteX1" fmla="*/ 10518 w 21600"/>
              <a:gd name="connsiteY1" fmla="*/ 421 h 21600"/>
              <a:gd name="connsiteX2" fmla="*/ 18125 w 21600"/>
              <a:gd name="connsiteY2" fmla="*/ 0 h 21600"/>
              <a:gd name="connsiteX3" fmla="*/ 21600 w 21600"/>
              <a:gd name="connsiteY3" fmla="*/ 10800 h 21600"/>
              <a:gd name="connsiteX4" fmla="*/ 18125 w 21600"/>
              <a:gd name="connsiteY4" fmla="*/ 21600 h 21600"/>
              <a:gd name="connsiteX5" fmla="*/ 3475 w 21600"/>
              <a:gd name="connsiteY5" fmla="*/ 21600 h 21600"/>
              <a:gd name="connsiteX6" fmla="*/ 0 w 21600"/>
              <a:gd name="connsiteY6" fmla="*/ 10800 h 21600"/>
              <a:gd name="connsiteX7" fmla="*/ 3475 w 21600"/>
              <a:gd name="connsiteY7" fmla="*/ 0 h 21600"/>
              <a:gd name="connsiteX0" fmla="*/ 3475 w 21600"/>
              <a:gd name="connsiteY0" fmla="*/ 214 h 21814"/>
              <a:gd name="connsiteX1" fmla="*/ 11953 w 21600"/>
              <a:gd name="connsiteY1" fmla="*/ 0 h 21814"/>
              <a:gd name="connsiteX2" fmla="*/ 18125 w 21600"/>
              <a:gd name="connsiteY2" fmla="*/ 214 h 21814"/>
              <a:gd name="connsiteX3" fmla="*/ 21600 w 21600"/>
              <a:gd name="connsiteY3" fmla="*/ 11014 h 21814"/>
              <a:gd name="connsiteX4" fmla="*/ 18125 w 21600"/>
              <a:gd name="connsiteY4" fmla="*/ 21814 h 21814"/>
              <a:gd name="connsiteX5" fmla="*/ 3475 w 21600"/>
              <a:gd name="connsiteY5" fmla="*/ 21814 h 21814"/>
              <a:gd name="connsiteX6" fmla="*/ 0 w 21600"/>
              <a:gd name="connsiteY6" fmla="*/ 11014 h 21814"/>
              <a:gd name="connsiteX7" fmla="*/ 3475 w 21600"/>
              <a:gd name="connsiteY7" fmla="*/ 214 h 21814"/>
              <a:gd name="connsiteX0" fmla="*/ 3475 w 21600"/>
              <a:gd name="connsiteY0" fmla="*/ 0 h 21600"/>
              <a:gd name="connsiteX1" fmla="*/ 11355 w 21600"/>
              <a:gd name="connsiteY1" fmla="*/ 103 h 21600"/>
              <a:gd name="connsiteX2" fmla="*/ 18125 w 21600"/>
              <a:gd name="connsiteY2" fmla="*/ 0 h 21600"/>
              <a:gd name="connsiteX3" fmla="*/ 21600 w 21600"/>
              <a:gd name="connsiteY3" fmla="*/ 10800 h 21600"/>
              <a:gd name="connsiteX4" fmla="*/ 18125 w 21600"/>
              <a:gd name="connsiteY4" fmla="*/ 21600 h 21600"/>
              <a:gd name="connsiteX5" fmla="*/ 3475 w 21600"/>
              <a:gd name="connsiteY5" fmla="*/ 21600 h 21600"/>
              <a:gd name="connsiteX6" fmla="*/ 0 w 21600"/>
              <a:gd name="connsiteY6" fmla="*/ 10800 h 21600"/>
              <a:gd name="connsiteX7" fmla="*/ 3475 w 21600"/>
              <a:gd name="connsiteY7" fmla="*/ 0 h 21600"/>
              <a:gd name="connsiteX0" fmla="*/ 3475 w 21600"/>
              <a:gd name="connsiteY0" fmla="*/ 0 h 21600"/>
              <a:gd name="connsiteX1" fmla="*/ 11355 w 21600"/>
              <a:gd name="connsiteY1" fmla="*/ 103 h 21600"/>
              <a:gd name="connsiteX2" fmla="*/ 18125 w 21600"/>
              <a:gd name="connsiteY2" fmla="*/ 0 h 21600"/>
              <a:gd name="connsiteX3" fmla="*/ 21600 w 21600"/>
              <a:gd name="connsiteY3" fmla="*/ 10800 h 21600"/>
              <a:gd name="connsiteX4" fmla="*/ 18125 w 21600"/>
              <a:gd name="connsiteY4" fmla="*/ 21600 h 21600"/>
              <a:gd name="connsiteX5" fmla="*/ 11468 w 21600"/>
              <a:gd name="connsiteY5" fmla="*/ 21545 h 21600"/>
              <a:gd name="connsiteX6" fmla="*/ 3475 w 21600"/>
              <a:gd name="connsiteY6" fmla="*/ 21600 h 21600"/>
              <a:gd name="connsiteX7" fmla="*/ 0 w 21600"/>
              <a:gd name="connsiteY7" fmla="*/ 10800 h 21600"/>
              <a:gd name="connsiteX8" fmla="*/ 3475 w 21600"/>
              <a:gd name="connsiteY8" fmla="*/ 0 h 21600"/>
              <a:gd name="connsiteX0" fmla="*/ 3475 w 21600"/>
              <a:gd name="connsiteY0" fmla="*/ 0 h 21862"/>
              <a:gd name="connsiteX1" fmla="*/ 11355 w 21600"/>
              <a:gd name="connsiteY1" fmla="*/ 103 h 21862"/>
              <a:gd name="connsiteX2" fmla="*/ 18125 w 21600"/>
              <a:gd name="connsiteY2" fmla="*/ 0 h 21862"/>
              <a:gd name="connsiteX3" fmla="*/ 21600 w 21600"/>
              <a:gd name="connsiteY3" fmla="*/ 10800 h 21862"/>
              <a:gd name="connsiteX4" fmla="*/ 18125 w 21600"/>
              <a:gd name="connsiteY4" fmla="*/ 21600 h 21862"/>
              <a:gd name="connsiteX5" fmla="*/ 10153 w 21600"/>
              <a:gd name="connsiteY5" fmla="*/ 21862 h 21862"/>
              <a:gd name="connsiteX6" fmla="*/ 3475 w 21600"/>
              <a:gd name="connsiteY6" fmla="*/ 21600 h 21862"/>
              <a:gd name="connsiteX7" fmla="*/ 0 w 21600"/>
              <a:gd name="connsiteY7" fmla="*/ 10800 h 21862"/>
              <a:gd name="connsiteX8" fmla="*/ 3475 w 21600"/>
              <a:gd name="connsiteY8" fmla="*/ 0 h 21862"/>
              <a:gd name="connsiteX0" fmla="*/ 3475 w 21600"/>
              <a:gd name="connsiteY0" fmla="*/ 0 h 21862"/>
              <a:gd name="connsiteX1" fmla="*/ 11355 w 21600"/>
              <a:gd name="connsiteY1" fmla="*/ 103 h 21862"/>
              <a:gd name="connsiteX2" fmla="*/ 18125 w 21600"/>
              <a:gd name="connsiteY2" fmla="*/ 0 h 21862"/>
              <a:gd name="connsiteX3" fmla="*/ 21600 w 21600"/>
              <a:gd name="connsiteY3" fmla="*/ 10800 h 21862"/>
              <a:gd name="connsiteX4" fmla="*/ 18125 w 21600"/>
              <a:gd name="connsiteY4" fmla="*/ 21600 h 21862"/>
              <a:gd name="connsiteX5" fmla="*/ 10990 w 21600"/>
              <a:gd name="connsiteY5" fmla="*/ 21862 h 21862"/>
              <a:gd name="connsiteX6" fmla="*/ 3475 w 21600"/>
              <a:gd name="connsiteY6" fmla="*/ 21600 h 21862"/>
              <a:gd name="connsiteX7" fmla="*/ 0 w 21600"/>
              <a:gd name="connsiteY7" fmla="*/ 10800 h 21862"/>
              <a:gd name="connsiteX8" fmla="*/ 3475 w 21600"/>
              <a:gd name="connsiteY8" fmla="*/ 0 h 21862"/>
              <a:gd name="connsiteX0" fmla="*/ 3475 w 21600"/>
              <a:gd name="connsiteY0" fmla="*/ 0 h 21862"/>
              <a:gd name="connsiteX1" fmla="*/ 10757 w 21600"/>
              <a:gd name="connsiteY1" fmla="*/ 103 h 21862"/>
              <a:gd name="connsiteX2" fmla="*/ 18125 w 21600"/>
              <a:gd name="connsiteY2" fmla="*/ 0 h 21862"/>
              <a:gd name="connsiteX3" fmla="*/ 21600 w 21600"/>
              <a:gd name="connsiteY3" fmla="*/ 10800 h 21862"/>
              <a:gd name="connsiteX4" fmla="*/ 18125 w 21600"/>
              <a:gd name="connsiteY4" fmla="*/ 21600 h 21862"/>
              <a:gd name="connsiteX5" fmla="*/ 10990 w 21600"/>
              <a:gd name="connsiteY5" fmla="*/ 21862 h 21862"/>
              <a:gd name="connsiteX6" fmla="*/ 3475 w 21600"/>
              <a:gd name="connsiteY6" fmla="*/ 21600 h 21862"/>
              <a:gd name="connsiteX7" fmla="*/ 0 w 21600"/>
              <a:gd name="connsiteY7" fmla="*/ 10800 h 21862"/>
              <a:gd name="connsiteX8" fmla="*/ 3475 w 21600"/>
              <a:gd name="connsiteY8" fmla="*/ 0 h 21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600" h="21862">
                <a:moveTo>
                  <a:pt x="3475" y="0"/>
                </a:moveTo>
                <a:lnTo>
                  <a:pt x="10757" y="103"/>
                </a:lnTo>
                <a:lnTo>
                  <a:pt x="18125" y="0"/>
                </a:lnTo>
                <a:cubicBezTo>
                  <a:pt x="20044" y="0"/>
                  <a:pt x="21600" y="4835"/>
                  <a:pt x="21600" y="10800"/>
                </a:cubicBezTo>
                <a:cubicBezTo>
                  <a:pt x="21600" y="16765"/>
                  <a:pt x="19814" y="19809"/>
                  <a:pt x="18125" y="21600"/>
                </a:cubicBezTo>
                <a:lnTo>
                  <a:pt x="10990" y="21862"/>
                </a:lnTo>
                <a:lnTo>
                  <a:pt x="3475" y="21600"/>
                </a:lnTo>
                <a:cubicBezTo>
                  <a:pt x="1556" y="21600"/>
                  <a:pt x="0" y="16765"/>
                  <a:pt x="0" y="10800"/>
                </a:cubicBezTo>
                <a:cubicBezTo>
                  <a:pt x="0" y="4835"/>
                  <a:pt x="1556" y="0"/>
                  <a:pt x="3475" y="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S  X</a:t>
            </a:r>
          </a:p>
        </p:txBody>
      </p:sp>
      <p:sp>
        <p:nvSpPr>
          <p:cNvPr id="69" name="Terminator 30">
            <a:extLst>
              <a:ext uri="{FF2B5EF4-FFF2-40B4-BE49-F238E27FC236}">
                <a16:creationId xmlns:a16="http://schemas.microsoft.com/office/drawing/2014/main" id="{75CD95D3-890B-4433-CD1F-426CFE3F1FB2}"/>
              </a:ext>
            </a:extLst>
          </p:cNvPr>
          <p:cNvSpPr/>
          <p:nvPr/>
        </p:nvSpPr>
        <p:spPr bwMode="gray">
          <a:xfrm>
            <a:off x="3082691" y="3585913"/>
            <a:ext cx="573454" cy="218644"/>
          </a:xfrm>
          <a:custGeom>
            <a:avLst/>
            <a:gdLst>
              <a:gd name="connsiteX0" fmla="*/ 3475 w 21600"/>
              <a:gd name="connsiteY0" fmla="*/ 0 h 21600"/>
              <a:gd name="connsiteX1" fmla="*/ 18125 w 21600"/>
              <a:gd name="connsiteY1" fmla="*/ 0 h 21600"/>
              <a:gd name="connsiteX2" fmla="*/ 21600 w 21600"/>
              <a:gd name="connsiteY2" fmla="*/ 10800 h 21600"/>
              <a:gd name="connsiteX3" fmla="*/ 18125 w 21600"/>
              <a:gd name="connsiteY3" fmla="*/ 21600 h 21600"/>
              <a:gd name="connsiteX4" fmla="*/ 3475 w 21600"/>
              <a:gd name="connsiteY4" fmla="*/ 21600 h 21600"/>
              <a:gd name="connsiteX5" fmla="*/ 0 w 21600"/>
              <a:gd name="connsiteY5" fmla="*/ 10800 h 21600"/>
              <a:gd name="connsiteX6" fmla="*/ 3475 w 21600"/>
              <a:gd name="connsiteY6" fmla="*/ 0 h 21600"/>
              <a:gd name="connsiteX0" fmla="*/ 3475 w 21600"/>
              <a:gd name="connsiteY0" fmla="*/ 0 h 21600"/>
              <a:gd name="connsiteX1" fmla="*/ 10518 w 21600"/>
              <a:gd name="connsiteY1" fmla="*/ 421 h 21600"/>
              <a:gd name="connsiteX2" fmla="*/ 18125 w 21600"/>
              <a:gd name="connsiteY2" fmla="*/ 0 h 21600"/>
              <a:gd name="connsiteX3" fmla="*/ 21600 w 21600"/>
              <a:gd name="connsiteY3" fmla="*/ 10800 h 21600"/>
              <a:gd name="connsiteX4" fmla="*/ 18125 w 21600"/>
              <a:gd name="connsiteY4" fmla="*/ 21600 h 21600"/>
              <a:gd name="connsiteX5" fmla="*/ 3475 w 21600"/>
              <a:gd name="connsiteY5" fmla="*/ 21600 h 21600"/>
              <a:gd name="connsiteX6" fmla="*/ 0 w 21600"/>
              <a:gd name="connsiteY6" fmla="*/ 10800 h 21600"/>
              <a:gd name="connsiteX7" fmla="*/ 3475 w 21600"/>
              <a:gd name="connsiteY7" fmla="*/ 0 h 21600"/>
              <a:gd name="connsiteX0" fmla="*/ 3475 w 21600"/>
              <a:gd name="connsiteY0" fmla="*/ 214 h 21814"/>
              <a:gd name="connsiteX1" fmla="*/ 11953 w 21600"/>
              <a:gd name="connsiteY1" fmla="*/ 0 h 21814"/>
              <a:gd name="connsiteX2" fmla="*/ 18125 w 21600"/>
              <a:gd name="connsiteY2" fmla="*/ 214 h 21814"/>
              <a:gd name="connsiteX3" fmla="*/ 21600 w 21600"/>
              <a:gd name="connsiteY3" fmla="*/ 11014 h 21814"/>
              <a:gd name="connsiteX4" fmla="*/ 18125 w 21600"/>
              <a:gd name="connsiteY4" fmla="*/ 21814 h 21814"/>
              <a:gd name="connsiteX5" fmla="*/ 3475 w 21600"/>
              <a:gd name="connsiteY5" fmla="*/ 21814 h 21814"/>
              <a:gd name="connsiteX6" fmla="*/ 0 w 21600"/>
              <a:gd name="connsiteY6" fmla="*/ 11014 h 21814"/>
              <a:gd name="connsiteX7" fmla="*/ 3475 w 21600"/>
              <a:gd name="connsiteY7" fmla="*/ 214 h 21814"/>
              <a:gd name="connsiteX0" fmla="*/ 3475 w 21600"/>
              <a:gd name="connsiteY0" fmla="*/ 0 h 21600"/>
              <a:gd name="connsiteX1" fmla="*/ 11355 w 21600"/>
              <a:gd name="connsiteY1" fmla="*/ 103 h 21600"/>
              <a:gd name="connsiteX2" fmla="*/ 18125 w 21600"/>
              <a:gd name="connsiteY2" fmla="*/ 0 h 21600"/>
              <a:gd name="connsiteX3" fmla="*/ 21600 w 21600"/>
              <a:gd name="connsiteY3" fmla="*/ 10800 h 21600"/>
              <a:gd name="connsiteX4" fmla="*/ 18125 w 21600"/>
              <a:gd name="connsiteY4" fmla="*/ 21600 h 21600"/>
              <a:gd name="connsiteX5" fmla="*/ 3475 w 21600"/>
              <a:gd name="connsiteY5" fmla="*/ 21600 h 21600"/>
              <a:gd name="connsiteX6" fmla="*/ 0 w 21600"/>
              <a:gd name="connsiteY6" fmla="*/ 10800 h 21600"/>
              <a:gd name="connsiteX7" fmla="*/ 3475 w 21600"/>
              <a:gd name="connsiteY7" fmla="*/ 0 h 21600"/>
              <a:gd name="connsiteX0" fmla="*/ 3475 w 21600"/>
              <a:gd name="connsiteY0" fmla="*/ 0 h 21600"/>
              <a:gd name="connsiteX1" fmla="*/ 11355 w 21600"/>
              <a:gd name="connsiteY1" fmla="*/ 103 h 21600"/>
              <a:gd name="connsiteX2" fmla="*/ 18125 w 21600"/>
              <a:gd name="connsiteY2" fmla="*/ 0 h 21600"/>
              <a:gd name="connsiteX3" fmla="*/ 21600 w 21600"/>
              <a:gd name="connsiteY3" fmla="*/ 10800 h 21600"/>
              <a:gd name="connsiteX4" fmla="*/ 18125 w 21600"/>
              <a:gd name="connsiteY4" fmla="*/ 21600 h 21600"/>
              <a:gd name="connsiteX5" fmla="*/ 11468 w 21600"/>
              <a:gd name="connsiteY5" fmla="*/ 21545 h 21600"/>
              <a:gd name="connsiteX6" fmla="*/ 3475 w 21600"/>
              <a:gd name="connsiteY6" fmla="*/ 21600 h 21600"/>
              <a:gd name="connsiteX7" fmla="*/ 0 w 21600"/>
              <a:gd name="connsiteY7" fmla="*/ 10800 h 21600"/>
              <a:gd name="connsiteX8" fmla="*/ 3475 w 21600"/>
              <a:gd name="connsiteY8" fmla="*/ 0 h 21600"/>
              <a:gd name="connsiteX0" fmla="*/ 3475 w 21600"/>
              <a:gd name="connsiteY0" fmla="*/ 0 h 21862"/>
              <a:gd name="connsiteX1" fmla="*/ 11355 w 21600"/>
              <a:gd name="connsiteY1" fmla="*/ 103 h 21862"/>
              <a:gd name="connsiteX2" fmla="*/ 18125 w 21600"/>
              <a:gd name="connsiteY2" fmla="*/ 0 h 21862"/>
              <a:gd name="connsiteX3" fmla="*/ 21600 w 21600"/>
              <a:gd name="connsiteY3" fmla="*/ 10800 h 21862"/>
              <a:gd name="connsiteX4" fmla="*/ 18125 w 21600"/>
              <a:gd name="connsiteY4" fmla="*/ 21600 h 21862"/>
              <a:gd name="connsiteX5" fmla="*/ 10153 w 21600"/>
              <a:gd name="connsiteY5" fmla="*/ 21862 h 21862"/>
              <a:gd name="connsiteX6" fmla="*/ 3475 w 21600"/>
              <a:gd name="connsiteY6" fmla="*/ 21600 h 21862"/>
              <a:gd name="connsiteX7" fmla="*/ 0 w 21600"/>
              <a:gd name="connsiteY7" fmla="*/ 10800 h 21862"/>
              <a:gd name="connsiteX8" fmla="*/ 3475 w 21600"/>
              <a:gd name="connsiteY8" fmla="*/ 0 h 21862"/>
              <a:gd name="connsiteX0" fmla="*/ 3475 w 21600"/>
              <a:gd name="connsiteY0" fmla="*/ 0 h 21862"/>
              <a:gd name="connsiteX1" fmla="*/ 11355 w 21600"/>
              <a:gd name="connsiteY1" fmla="*/ 103 h 21862"/>
              <a:gd name="connsiteX2" fmla="*/ 18125 w 21600"/>
              <a:gd name="connsiteY2" fmla="*/ 0 h 21862"/>
              <a:gd name="connsiteX3" fmla="*/ 21600 w 21600"/>
              <a:gd name="connsiteY3" fmla="*/ 10800 h 21862"/>
              <a:gd name="connsiteX4" fmla="*/ 18125 w 21600"/>
              <a:gd name="connsiteY4" fmla="*/ 21600 h 21862"/>
              <a:gd name="connsiteX5" fmla="*/ 10990 w 21600"/>
              <a:gd name="connsiteY5" fmla="*/ 21862 h 21862"/>
              <a:gd name="connsiteX6" fmla="*/ 3475 w 21600"/>
              <a:gd name="connsiteY6" fmla="*/ 21600 h 21862"/>
              <a:gd name="connsiteX7" fmla="*/ 0 w 21600"/>
              <a:gd name="connsiteY7" fmla="*/ 10800 h 21862"/>
              <a:gd name="connsiteX8" fmla="*/ 3475 w 21600"/>
              <a:gd name="connsiteY8" fmla="*/ 0 h 21862"/>
              <a:gd name="connsiteX0" fmla="*/ 3475 w 21600"/>
              <a:gd name="connsiteY0" fmla="*/ 0 h 21862"/>
              <a:gd name="connsiteX1" fmla="*/ 10757 w 21600"/>
              <a:gd name="connsiteY1" fmla="*/ 103 h 21862"/>
              <a:gd name="connsiteX2" fmla="*/ 18125 w 21600"/>
              <a:gd name="connsiteY2" fmla="*/ 0 h 21862"/>
              <a:gd name="connsiteX3" fmla="*/ 21600 w 21600"/>
              <a:gd name="connsiteY3" fmla="*/ 10800 h 21862"/>
              <a:gd name="connsiteX4" fmla="*/ 18125 w 21600"/>
              <a:gd name="connsiteY4" fmla="*/ 21600 h 21862"/>
              <a:gd name="connsiteX5" fmla="*/ 10990 w 21600"/>
              <a:gd name="connsiteY5" fmla="*/ 21862 h 21862"/>
              <a:gd name="connsiteX6" fmla="*/ 3475 w 21600"/>
              <a:gd name="connsiteY6" fmla="*/ 21600 h 21862"/>
              <a:gd name="connsiteX7" fmla="*/ 0 w 21600"/>
              <a:gd name="connsiteY7" fmla="*/ 10800 h 21862"/>
              <a:gd name="connsiteX8" fmla="*/ 3475 w 21600"/>
              <a:gd name="connsiteY8" fmla="*/ 0 h 21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600" h="21862">
                <a:moveTo>
                  <a:pt x="3475" y="0"/>
                </a:moveTo>
                <a:lnTo>
                  <a:pt x="10757" y="103"/>
                </a:lnTo>
                <a:lnTo>
                  <a:pt x="18125" y="0"/>
                </a:lnTo>
                <a:cubicBezTo>
                  <a:pt x="20044" y="0"/>
                  <a:pt x="21600" y="4835"/>
                  <a:pt x="21600" y="10800"/>
                </a:cubicBezTo>
                <a:cubicBezTo>
                  <a:pt x="21600" y="16765"/>
                  <a:pt x="19814" y="19809"/>
                  <a:pt x="18125" y="21600"/>
                </a:cubicBezTo>
                <a:lnTo>
                  <a:pt x="10990" y="21862"/>
                </a:lnTo>
                <a:lnTo>
                  <a:pt x="3475" y="21600"/>
                </a:lnTo>
                <a:cubicBezTo>
                  <a:pt x="1556" y="21600"/>
                  <a:pt x="0" y="16765"/>
                  <a:pt x="0" y="10800"/>
                </a:cubicBezTo>
                <a:cubicBezTo>
                  <a:pt x="0" y="4835"/>
                  <a:pt x="1556" y="0"/>
                  <a:pt x="3475" y="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E  J</a:t>
            </a:r>
          </a:p>
        </p:txBody>
      </p:sp>
      <p:sp>
        <p:nvSpPr>
          <p:cNvPr id="70" name="Terminator 30">
            <a:extLst>
              <a:ext uri="{FF2B5EF4-FFF2-40B4-BE49-F238E27FC236}">
                <a16:creationId xmlns:a16="http://schemas.microsoft.com/office/drawing/2014/main" id="{216867F8-112F-6865-73BF-57231C75CD70}"/>
              </a:ext>
            </a:extLst>
          </p:cNvPr>
          <p:cNvSpPr/>
          <p:nvPr/>
        </p:nvSpPr>
        <p:spPr bwMode="gray">
          <a:xfrm>
            <a:off x="2487174" y="4087477"/>
            <a:ext cx="573454" cy="218644"/>
          </a:xfrm>
          <a:custGeom>
            <a:avLst/>
            <a:gdLst>
              <a:gd name="connsiteX0" fmla="*/ 3475 w 21600"/>
              <a:gd name="connsiteY0" fmla="*/ 0 h 21600"/>
              <a:gd name="connsiteX1" fmla="*/ 18125 w 21600"/>
              <a:gd name="connsiteY1" fmla="*/ 0 h 21600"/>
              <a:gd name="connsiteX2" fmla="*/ 21600 w 21600"/>
              <a:gd name="connsiteY2" fmla="*/ 10800 h 21600"/>
              <a:gd name="connsiteX3" fmla="*/ 18125 w 21600"/>
              <a:gd name="connsiteY3" fmla="*/ 21600 h 21600"/>
              <a:gd name="connsiteX4" fmla="*/ 3475 w 21600"/>
              <a:gd name="connsiteY4" fmla="*/ 21600 h 21600"/>
              <a:gd name="connsiteX5" fmla="*/ 0 w 21600"/>
              <a:gd name="connsiteY5" fmla="*/ 10800 h 21600"/>
              <a:gd name="connsiteX6" fmla="*/ 3475 w 21600"/>
              <a:gd name="connsiteY6" fmla="*/ 0 h 21600"/>
              <a:gd name="connsiteX0" fmla="*/ 3475 w 21600"/>
              <a:gd name="connsiteY0" fmla="*/ 0 h 21600"/>
              <a:gd name="connsiteX1" fmla="*/ 10518 w 21600"/>
              <a:gd name="connsiteY1" fmla="*/ 421 h 21600"/>
              <a:gd name="connsiteX2" fmla="*/ 18125 w 21600"/>
              <a:gd name="connsiteY2" fmla="*/ 0 h 21600"/>
              <a:gd name="connsiteX3" fmla="*/ 21600 w 21600"/>
              <a:gd name="connsiteY3" fmla="*/ 10800 h 21600"/>
              <a:gd name="connsiteX4" fmla="*/ 18125 w 21600"/>
              <a:gd name="connsiteY4" fmla="*/ 21600 h 21600"/>
              <a:gd name="connsiteX5" fmla="*/ 3475 w 21600"/>
              <a:gd name="connsiteY5" fmla="*/ 21600 h 21600"/>
              <a:gd name="connsiteX6" fmla="*/ 0 w 21600"/>
              <a:gd name="connsiteY6" fmla="*/ 10800 h 21600"/>
              <a:gd name="connsiteX7" fmla="*/ 3475 w 21600"/>
              <a:gd name="connsiteY7" fmla="*/ 0 h 21600"/>
              <a:gd name="connsiteX0" fmla="*/ 3475 w 21600"/>
              <a:gd name="connsiteY0" fmla="*/ 214 h 21814"/>
              <a:gd name="connsiteX1" fmla="*/ 11953 w 21600"/>
              <a:gd name="connsiteY1" fmla="*/ 0 h 21814"/>
              <a:gd name="connsiteX2" fmla="*/ 18125 w 21600"/>
              <a:gd name="connsiteY2" fmla="*/ 214 h 21814"/>
              <a:gd name="connsiteX3" fmla="*/ 21600 w 21600"/>
              <a:gd name="connsiteY3" fmla="*/ 11014 h 21814"/>
              <a:gd name="connsiteX4" fmla="*/ 18125 w 21600"/>
              <a:gd name="connsiteY4" fmla="*/ 21814 h 21814"/>
              <a:gd name="connsiteX5" fmla="*/ 3475 w 21600"/>
              <a:gd name="connsiteY5" fmla="*/ 21814 h 21814"/>
              <a:gd name="connsiteX6" fmla="*/ 0 w 21600"/>
              <a:gd name="connsiteY6" fmla="*/ 11014 h 21814"/>
              <a:gd name="connsiteX7" fmla="*/ 3475 w 21600"/>
              <a:gd name="connsiteY7" fmla="*/ 214 h 21814"/>
              <a:gd name="connsiteX0" fmla="*/ 3475 w 21600"/>
              <a:gd name="connsiteY0" fmla="*/ 0 h 21600"/>
              <a:gd name="connsiteX1" fmla="*/ 11355 w 21600"/>
              <a:gd name="connsiteY1" fmla="*/ 103 h 21600"/>
              <a:gd name="connsiteX2" fmla="*/ 18125 w 21600"/>
              <a:gd name="connsiteY2" fmla="*/ 0 h 21600"/>
              <a:gd name="connsiteX3" fmla="*/ 21600 w 21600"/>
              <a:gd name="connsiteY3" fmla="*/ 10800 h 21600"/>
              <a:gd name="connsiteX4" fmla="*/ 18125 w 21600"/>
              <a:gd name="connsiteY4" fmla="*/ 21600 h 21600"/>
              <a:gd name="connsiteX5" fmla="*/ 3475 w 21600"/>
              <a:gd name="connsiteY5" fmla="*/ 21600 h 21600"/>
              <a:gd name="connsiteX6" fmla="*/ 0 w 21600"/>
              <a:gd name="connsiteY6" fmla="*/ 10800 h 21600"/>
              <a:gd name="connsiteX7" fmla="*/ 3475 w 21600"/>
              <a:gd name="connsiteY7" fmla="*/ 0 h 21600"/>
              <a:gd name="connsiteX0" fmla="*/ 3475 w 21600"/>
              <a:gd name="connsiteY0" fmla="*/ 0 h 21600"/>
              <a:gd name="connsiteX1" fmla="*/ 11355 w 21600"/>
              <a:gd name="connsiteY1" fmla="*/ 103 h 21600"/>
              <a:gd name="connsiteX2" fmla="*/ 18125 w 21600"/>
              <a:gd name="connsiteY2" fmla="*/ 0 h 21600"/>
              <a:gd name="connsiteX3" fmla="*/ 21600 w 21600"/>
              <a:gd name="connsiteY3" fmla="*/ 10800 h 21600"/>
              <a:gd name="connsiteX4" fmla="*/ 18125 w 21600"/>
              <a:gd name="connsiteY4" fmla="*/ 21600 h 21600"/>
              <a:gd name="connsiteX5" fmla="*/ 11468 w 21600"/>
              <a:gd name="connsiteY5" fmla="*/ 21545 h 21600"/>
              <a:gd name="connsiteX6" fmla="*/ 3475 w 21600"/>
              <a:gd name="connsiteY6" fmla="*/ 21600 h 21600"/>
              <a:gd name="connsiteX7" fmla="*/ 0 w 21600"/>
              <a:gd name="connsiteY7" fmla="*/ 10800 h 21600"/>
              <a:gd name="connsiteX8" fmla="*/ 3475 w 21600"/>
              <a:gd name="connsiteY8" fmla="*/ 0 h 21600"/>
              <a:gd name="connsiteX0" fmla="*/ 3475 w 21600"/>
              <a:gd name="connsiteY0" fmla="*/ 0 h 21862"/>
              <a:gd name="connsiteX1" fmla="*/ 11355 w 21600"/>
              <a:gd name="connsiteY1" fmla="*/ 103 h 21862"/>
              <a:gd name="connsiteX2" fmla="*/ 18125 w 21600"/>
              <a:gd name="connsiteY2" fmla="*/ 0 h 21862"/>
              <a:gd name="connsiteX3" fmla="*/ 21600 w 21600"/>
              <a:gd name="connsiteY3" fmla="*/ 10800 h 21862"/>
              <a:gd name="connsiteX4" fmla="*/ 18125 w 21600"/>
              <a:gd name="connsiteY4" fmla="*/ 21600 h 21862"/>
              <a:gd name="connsiteX5" fmla="*/ 10153 w 21600"/>
              <a:gd name="connsiteY5" fmla="*/ 21862 h 21862"/>
              <a:gd name="connsiteX6" fmla="*/ 3475 w 21600"/>
              <a:gd name="connsiteY6" fmla="*/ 21600 h 21862"/>
              <a:gd name="connsiteX7" fmla="*/ 0 w 21600"/>
              <a:gd name="connsiteY7" fmla="*/ 10800 h 21862"/>
              <a:gd name="connsiteX8" fmla="*/ 3475 w 21600"/>
              <a:gd name="connsiteY8" fmla="*/ 0 h 21862"/>
              <a:gd name="connsiteX0" fmla="*/ 3475 w 21600"/>
              <a:gd name="connsiteY0" fmla="*/ 0 h 21862"/>
              <a:gd name="connsiteX1" fmla="*/ 11355 w 21600"/>
              <a:gd name="connsiteY1" fmla="*/ 103 h 21862"/>
              <a:gd name="connsiteX2" fmla="*/ 18125 w 21600"/>
              <a:gd name="connsiteY2" fmla="*/ 0 h 21862"/>
              <a:gd name="connsiteX3" fmla="*/ 21600 w 21600"/>
              <a:gd name="connsiteY3" fmla="*/ 10800 h 21862"/>
              <a:gd name="connsiteX4" fmla="*/ 18125 w 21600"/>
              <a:gd name="connsiteY4" fmla="*/ 21600 h 21862"/>
              <a:gd name="connsiteX5" fmla="*/ 10990 w 21600"/>
              <a:gd name="connsiteY5" fmla="*/ 21862 h 21862"/>
              <a:gd name="connsiteX6" fmla="*/ 3475 w 21600"/>
              <a:gd name="connsiteY6" fmla="*/ 21600 h 21862"/>
              <a:gd name="connsiteX7" fmla="*/ 0 w 21600"/>
              <a:gd name="connsiteY7" fmla="*/ 10800 h 21862"/>
              <a:gd name="connsiteX8" fmla="*/ 3475 w 21600"/>
              <a:gd name="connsiteY8" fmla="*/ 0 h 21862"/>
              <a:gd name="connsiteX0" fmla="*/ 3475 w 21600"/>
              <a:gd name="connsiteY0" fmla="*/ 0 h 21862"/>
              <a:gd name="connsiteX1" fmla="*/ 10757 w 21600"/>
              <a:gd name="connsiteY1" fmla="*/ 103 h 21862"/>
              <a:gd name="connsiteX2" fmla="*/ 18125 w 21600"/>
              <a:gd name="connsiteY2" fmla="*/ 0 h 21862"/>
              <a:gd name="connsiteX3" fmla="*/ 21600 w 21600"/>
              <a:gd name="connsiteY3" fmla="*/ 10800 h 21862"/>
              <a:gd name="connsiteX4" fmla="*/ 18125 w 21600"/>
              <a:gd name="connsiteY4" fmla="*/ 21600 h 21862"/>
              <a:gd name="connsiteX5" fmla="*/ 10990 w 21600"/>
              <a:gd name="connsiteY5" fmla="*/ 21862 h 21862"/>
              <a:gd name="connsiteX6" fmla="*/ 3475 w 21600"/>
              <a:gd name="connsiteY6" fmla="*/ 21600 h 21862"/>
              <a:gd name="connsiteX7" fmla="*/ 0 w 21600"/>
              <a:gd name="connsiteY7" fmla="*/ 10800 h 21862"/>
              <a:gd name="connsiteX8" fmla="*/ 3475 w 21600"/>
              <a:gd name="connsiteY8" fmla="*/ 0 h 21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600" h="21862">
                <a:moveTo>
                  <a:pt x="3475" y="0"/>
                </a:moveTo>
                <a:lnTo>
                  <a:pt x="10757" y="103"/>
                </a:lnTo>
                <a:lnTo>
                  <a:pt x="18125" y="0"/>
                </a:lnTo>
                <a:cubicBezTo>
                  <a:pt x="20044" y="0"/>
                  <a:pt x="21600" y="4835"/>
                  <a:pt x="21600" y="10800"/>
                </a:cubicBezTo>
                <a:cubicBezTo>
                  <a:pt x="21600" y="16765"/>
                  <a:pt x="19814" y="19809"/>
                  <a:pt x="18125" y="21600"/>
                </a:cubicBezTo>
                <a:lnTo>
                  <a:pt x="10990" y="21862"/>
                </a:lnTo>
                <a:lnTo>
                  <a:pt x="3475" y="21600"/>
                </a:lnTo>
                <a:cubicBezTo>
                  <a:pt x="1556" y="21600"/>
                  <a:pt x="0" y="16765"/>
                  <a:pt x="0" y="10800"/>
                </a:cubicBezTo>
                <a:cubicBezTo>
                  <a:pt x="0" y="4835"/>
                  <a:pt x="1556" y="0"/>
                  <a:pt x="3475" y="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A  C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73F7DECF-0285-B673-88A1-A9BABC550202}"/>
              </a:ext>
            </a:extLst>
          </p:cNvPr>
          <p:cNvCxnSpPr>
            <a:cxnSpLocks/>
            <a:stCxn id="105" idx="3"/>
          </p:cNvCxnSpPr>
          <p:nvPr/>
        </p:nvCxnSpPr>
        <p:spPr bwMode="gray">
          <a:xfrm>
            <a:off x="2613828" y="3419224"/>
            <a:ext cx="402189" cy="21864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AB8C7EA4-8E99-F611-6ED1-04CC1FADB3DD}"/>
              </a:ext>
            </a:extLst>
          </p:cNvPr>
          <p:cNvSpPr txBox="1"/>
          <p:nvPr/>
        </p:nvSpPr>
        <p:spPr bwMode="gray">
          <a:xfrm>
            <a:off x="1725564" y="3252535"/>
            <a:ext cx="888264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>
                <a:solidFill>
                  <a:srgbClr val="C00000"/>
                </a:solidFill>
              </a:rPr>
              <a:t>3-Knoten </a:t>
            </a: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6B988525-6845-60AD-481B-21167D75A06A}"/>
              </a:ext>
            </a:extLst>
          </p:cNvPr>
          <p:cNvCxnSpPr>
            <a:cxnSpLocks/>
            <a:stCxn id="113" idx="1"/>
          </p:cNvCxnSpPr>
          <p:nvPr/>
        </p:nvCxnSpPr>
        <p:spPr bwMode="gray">
          <a:xfrm flipH="1">
            <a:off x="4703340" y="3242740"/>
            <a:ext cx="998996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7F670E07-72CA-3FB0-0F8A-6338C7BBCE3F}"/>
              </a:ext>
            </a:extLst>
          </p:cNvPr>
          <p:cNvSpPr txBox="1"/>
          <p:nvPr/>
        </p:nvSpPr>
        <p:spPr bwMode="gray">
          <a:xfrm>
            <a:off x="5702336" y="3076051"/>
            <a:ext cx="741872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>
                <a:solidFill>
                  <a:srgbClr val="C00000"/>
                </a:solidFill>
              </a:rPr>
              <a:t>2-Knoten </a:t>
            </a: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55BBE6BD-210C-8288-E92A-C5862ADE6A61}"/>
              </a:ext>
            </a:extLst>
          </p:cNvPr>
          <p:cNvCxnSpPr>
            <a:cxnSpLocks/>
            <a:stCxn id="118" idx="1"/>
          </p:cNvCxnSpPr>
          <p:nvPr/>
        </p:nvCxnSpPr>
        <p:spPr bwMode="gray">
          <a:xfrm flipH="1" flipV="1">
            <a:off x="5403015" y="4432659"/>
            <a:ext cx="775143" cy="22776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867C57A9-2AA6-C54B-5234-3F590DB013B4}"/>
              </a:ext>
            </a:extLst>
          </p:cNvPr>
          <p:cNvSpPr txBox="1"/>
          <p:nvPr/>
        </p:nvSpPr>
        <p:spPr bwMode="gray">
          <a:xfrm>
            <a:off x="6178158" y="4493735"/>
            <a:ext cx="741872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i="1" dirty="0">
                <a:solidFill>
                  <a:srgbClr val="C00000"/>
                </a:solidFill>
              </a:rPr>
              <a:t>null link</a:t>
            </a:r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48CC0332-8C7B-2CB7-C92D-570FA3A43CC5}"/>
              </a:ext>
            </a:extLst>
          </p:cNvPr>
          <p:cNvCxnSpPr>
            <a:cxnSpLocks/>
            <a:stCxn id="122" idx="3"/>
          </p:cNvCxnSpPr>
          <p:nvPr/>
        </p:nvCxnSpPr>
        <p:spPr bwMode="gray">
          <a:xfrm flipV="1">
            <a:off x="2156183" y="3903663"/>
            <a:ext cx="793423" cy="160741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35529E2B-342D-CA79-A811-F24D0BBC8AE9}"/>
              </a:ext>
            </a:extLst>
          </p:cNvPr>
          <p:cNvSpPr txBox="1"/>
          <p:nvPr/>
        </p:nvSpPr>
        <p:spPr bwMode="gray">
          <a:xfrm>
            <a:off x="1207994" y="3812312"/>
            <a:ext cx="948189" cy="50418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>
                <a:solidFill>
                  <a:srgbClr val="002060"/>
                </a:solidFill>
              </a:rPr>
              <a:t>Kleiner als </a:t>
            </a:r>
            <a:r>
              <a:rPr lang="de-DE" sz="1200" b="1" dirty="0">
                <a:solidFill>
                  <a:srgbClr val="002060"/>
                </a:solidFill>
              </a:rPr>
              <a:t>E </a:t>
            </a: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F00B6CEC-370A-15B4-9A47-A9C9F5F497E2}"/>
              </a:ext>
            </a:extLst>
          </p:cNvPr>
          <p:cNvCxnSpPr>
            <a:cxnSpLocks/>
            <a:stCxn id="126" idx="3"/>
          </p:cNvCxnSpPr>
          <p:nvPr/>
        </p:nvCxnSpPr>
        <p:spPr bwMode="gray">
          <a:xfrm flipV="1">
            <a:off x="2965843" y="3962461"/>
            <a:ext cx="364508" cy="90586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7E97B675-10D6-6258-72F6-E86506DDFB97}"/>
              </a:ext>
            </a:extLst>
          </p:cNvPr>
          <p:cNvSpPr txBox="1"/>
          <p:nvPr/>
        </p:nvSpPr>
        <p:spPr bwMode="gray">
          <a:xfrm>
            <a:off x="2017654" y="4616229"/>
            <a:ext cx="948189" cy="50418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>
                <a:solidFill>
                  <a:srgbClr val="002060"/>
                </a:solidFill>
              </a:rPr>
              <a:t>Zwischen </a:t>
            </a:r>
            <a:r>
              <a:rPr lang="de-DE" sz="1200" b="1" dirty="0">
                <a:solidFill>
                  <a:srgbClr val="002060"/>
                </a:solidFill>
              </a:rPr>
              <a:t>E</a:t>
            </a:r>
            <a:r>
              <a:rPr lang="de-DE" sz="1200" dirty="0">
                <a:solidFill>
                  <a:srgbClr val="002060"/>
                </a:solidFill>
              </a:rPr>
              <a:t> und </a:t>
            </a:r>
            <a:r>
              <a:rPr lang="de-DE" sz="1200" b="1" dirty="0">
                <a:solidFill>
                  <a:srgbClr val="002060"/>
                </a:solidFill>
              </a:rPr>
              <a:t>J </a:t>
            </a: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253E792A-CE3A-0C7A-776F-C493B934B3D1}"/>
              </a:ext>
            </a:extLst>
          </p:cNvPr>
          <p:cNvCxnSpPr>
            <a:cxnSpLocks/>
            <a:stCxn id="129" idx="1"/>
          </p:cNvCxnSpPr>
          <p:nvPr/>
        </p:nvCxnSpPr>
        <p:spPr bwMode="gray">
          <a:xfrm flipH="1" flipV="1">
            <a:off x="3619498" y="3973826"/>
            <a:ext cx="181673" cy="81977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0F1C08FE-657B-E4B5-9DBB-28A0FEECF472}"/>
              </a:ext>
            </a:extLst>
          </p:cNvPr>
          <p:cNvSpPr txBox="1"/>
          <p:nvPr/>
        </p:nvSpPr>
        <p:spPr bwMode="gray">
          <a:xfrm>
            <a:off x="3801171" y="4541504"/>
            <a:ext cx="948189" cy="50418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>
                <a:solidFill>
                  <a:srgbClr val="002060"/>
                </a:solidFill>
              </a:rPr>
              <a:t>Größer als </a:t>
            </a:r>
            <a:r>
              <a:rPr lang="de-DE" sz="1200" b="1" dirty="0">
                <a:solidFill>
                  <a:srgbClr val="002060"/>
                </a:solidFill>
              </a:rPr>
              <a:t>J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7924D6C-B192-70DA-DF67-BB91239003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84266" y="1239837"/>
            <a:ext cx="988109" cy="1096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FA2AC52-5B01-EFF8-FC59-6F532B758FAD}"/>
              </a:ext>
            </a:extLst>
          </p:cNvPr>
          <p:cNvSpPr txBox="1"/>
          <p:nvPr/>
        </p:nvSpPr>
        <p:spPr bwMode="gray">
          <a:xfrm>
            <a:off x="7755884" y="2355726"/>
            <a:ext cx="1044872" cy="34203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800" b="1" dirty="0"/>
              <a:t>John Hopcroft</a:t>
            </a:r>
            <a:br>
              <a:rPr lang="en-US" sz="800" b="1" dirty="0"/>
            </a:br>
            <a:r>
              <a:rPr lang="en-US" sz="800" b="1" dirty="0"/>
              <a:t>(1939 – )</a:t>
            </a:r>
          </a:p>
        </p:txBody>
      </p:sp>
    </p:spTree>
    <p:extLst>
      <p:ext uri="{BB962C8B-B14F-4D97-AF65-F5344CB8AC3E}">
        <p14:creationId xmlns:p14="http://schemas.microsoft.com/office/powerpoint/2010/main" val="424060927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8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500"/>
                            </p:stCondLst>
                            <p:childTnLst>
                              <p:par>
                                <p:cTn id="17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animBg="1"/>
      <p:bldP spid="12" grpId="0" animBg="1"/>
      <p:bldP spid="27" grpId="0" animBg="1"/>
      <p:bldP spid="31" grpId="0" animBg="1"/>
      <p:bldP spid="69" grpId="0" animBg="1"/>
      <p:bldP spid="70" grpId="0" animBg="1"/>
      <p:bldP spid="105" grpId="0"/>
      <p:bldP spid="113" grpId="0"/>
      <p:bldP spid="118" grpId="0"/>
      <p:bldP spid="122" grpId="0"/>
      <p:bldP spid="126" grpId="0"/>
      <p:bldP spid="129" grpId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ABC1828A-1E09-4195-7042-646E26726088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de-DE" b="1" dirty="0"/>
                  <a:t>Suche</a:t>
                </a:r>
                <a:r>
                  <a:rPr lang="de-DE" dirty="0"/>
                  <a:t> (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get</a:t>
                </a:r>
                <a:r>
                  <a:rPr lang="de-DE" dirty="0"/>
                  <a:t>) kann genauso ausgeführt werden wir bei binären Suchbäumen</a:t>
                </a:r>
              </a:p>
              <a:p>
                <a:pPr lvl="1"/>
                <a:r>
                  <a:rPr lang="de-DE" sz="1200" b="1" dirty="0"/>
                  <a:t>2-Knoten</a:t>
                </a:r>
                <a:r>
                  <a:rPr lang="de-DE" sz="1200" dirty="0"/>
                  <a:t>: Vergleiche den Schlüssel mit dem Knotenschlüssel</a:t>
                </a:r>
              </a:p>
              <a:p>
                <a:pPr lvl="2"/>
                <a:r>
                  <a:rPr lang="de-DE" sz="1200" dirty="0"/>
                  <a:t>Wenn Schlüssel und Knotenschlüssel gleich sind: fertig!</a:t>
                </a:r>
              </a:p>
              <a:p>
                <a:pPr lvl="2"/>
                <a:r>
                  <a:rPr lang="de-DE" sz="1200" dirty="0"/>
                  <a:t>Suche links weiter wenn der Schlüssel kleiner als der Knotenschlüssel ist</a:t>
                </a:r>
              </a:p>
              <a:p>
                <a:pPr lvl="2"/>
                <a:r>
                  <a:rPr lang="de-DE" sz="1200" dirty="0"/>
                  <a:t>Suche rechts weiter wenn der Schlüssel größer als der Knotenschlüssel ist</a:t>
                </a:r>
              </a:p>
              <a:p>
                <a:pPr lvl="1"/>
                <a:r>
                  <a:rPr lang="de-DE" sz="1200" b="1" dirty="0"/>
                  <a:t>3-Knoten</a:t>
                </a:r>
                <a:r>
                  <a:rPr lang="de-DE" sz="1200" dirty="0"/>
                  <a:t>: Vergleiche den Schlüssel mit den Knotenschlüsseln</a:t>
                </a:r>
              </a:p>
              <a:p>
                <a:pPr lvl="2"/>
                <a:r>
                  <a:rPr lang="de-DE" sz="1200" dirty="0"/>
                  <a:t>Wenn Schlüssel und einer der Knotenschlüssel gleich sind: fertig!</a:t>
                </a:r>
              </a:p>
              <a:p>
                <a:pPr lvl="2"/>
                <a:r>
                  <a:rPr lang="de-DE" sz="1200" dirty="0"/>
                  <a:t>Suche links weiter wenn der Schlüssel kleiner als der  kleine Knotenschlüssel ist</a:t>
                </a:r>
              </a:p>
              <a:p>
                <a:pPr lvl="2"/>
                <a:r>
                  <a:rPr lang="de-DE" sz="1200" dirty="0"/>
                  <a:t>Suche rechts weiter wenn der Schlüssel größer als der große Knotenschlüssel ist</a:t>
                </a:r>
              </a:p>
              <a:p>
                <a:pPr lvl="2"/>
                <a:r>
                  <a:rPr lang="de-DE" sz="1200" dirty="0"/>
                  <a:t>Ansonsten suche in der Mitte weiter</a:t>
                </a:r>
              </a:p>
              <a:p>
                <a:r>
                  <a:rPr lang="de-DE" b="1" dirty="0"/>
                  <a:t>Satz</a:t>
                </a:r>
                <a:r>
                  <a:rPr lang="de-DE" dirty="0"/>
                  <a:t>: Bei Suchoperationen in einem 2-3 Baum mit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de-DE" dirty="0"/>
                  <a:t> Schlüsseln werden garantiert nicht mehr als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</m:oMath>
                </a14:m>
                <a:r>
                  <a:rPr lang="de-DE" dirty="0"/>
                  <a:t> Knoten besucht!</a:t>
                </a:r>
              </a:p>
              <a:p>
                <a:pPr lvl="1"/>
                <a:r>
                  <a:rPr lang="de-DE" sz="1200" b="1" dirty="0"/>
                  <a:t>Beweis</a:t>
                </a:r>
                <a:r>
                  <a:rPr lang="de-DE" sz="1200" dirty="0"/>
                  <a:t>: Die Höhe des 2-3 Baums liegt zwischen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12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d>
                              <m:d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120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func>
                      </m:den>
                    </m:f>
                  </m:oMath>
                </a14:m>
                <a:r>
                  <a:rPr lang="de-DE" sz="1200" dirty="0"/>
                  <a:t> (wenn alle Knoten 3-Knoten sind) und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func>
                  </m:oMath>
                </a14:m>
                <a:r>
                  <a:rPr lang="de-DE" sz="1200" dirty="0"/>
                  <a:t> (wenn alle Knoten 2-Knoten sind). 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ABC1828A-1E09-4195-7042-646E267260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 b="-4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796244DE-410E-DE39-17B1-9E3014462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2-3 Bäume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</a:p>
        </p:txBody>
      </p:sp>
    </p:spTree>
    <p:extLst>
      <p:ext uri="{BB962C8B-B14F-4D97-AF65-F5344CB8AC3E}">
        <p14:creationId xmlns:p14="http://schemas.microsoft.com/office/powerpoint/2010/main" val="258165316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EEDB87-D894-B42D-296D-21BC5358F8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6877051" cy="1331913"/>
          </a:xfrm>
        </p:spPr>
        <p:txBody>
          <a:bodyPr/>
          <a:lstStyle/>
          <a:p>
            <a:r>
              <a:rPr lang="de-DE" b="1" dirty="0"/>
              <a:t>Einfügen</a:t>
            </a:r>
            <a:r>
              <a:rPr lang="de-DE" dirty="0"/>
              <a:t>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put</a:t>
            </a:r>
            <a:r>
              <a:rPr lang="de-DE" dirty="0"/>
              <a:t>) geschieht in zwei Schritten:</a:t>
            </a:r>
          </a:p>
          <a:p>
            <a:pPr marL="611187" lvl="1" indent="-342900">
              <a:buFont typeface="+mj-lt"/>
              <a:buAutoNum type="arabicPeriod"/>
            </a:pPr>
            <a:r>
              <a:rPr lang="de-DE" dirty="0"/>
              <a:t>Einfügen in den Blattknoten</a:t>
            </a:r>
          </a:p>
          <a:p>
            <a:pPr marL="611187" lvl="1" indent="-342900">
              <a:buFont typeface="+mj-lt"/>
              <a:buAutoNum type="arabicPeriod"/>
            </a:pPr>
            <a:r>
              <a:rPr lang="de-DE" dirty="0"/>
              <a:t>Mögliche (temporäre) 4-Knoten auf dem Weg zurück zur Wurzel auflösen</a:t>
            </a:r>
          </a:p>
          <a:p>
            <a:r>
              <a:rPr lang="de-DE" dirty="0"/>
              <a:t>6 Regeln zur Auflösung von 4-Knoten	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A4BD92-D86F-C186-72B0-C633141CC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2-3 Bäume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Put</a:t>
            </a:r>
          </a:p>
        </p:txBody>
      </p: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CEFC8899-082F-6A55-0406-0ECCA3817775}"/>
              </a:ext>
            </a:extLst>
          </p:cNvPr>
          <p:cNvGrpSpPr/>
          <p:nvPr/>
        </p:nvGrpSpPr>
        <p:grpSpPr>
          <a:xfrm>
            <a:off x="479613" y="3195012"/>
            <a:ext cx="573454" cy="443659"/>
            <a:chOff x="467544" y="3180430"/>
            <a:chExt cx="573454" cy="443659"/>
          </a:xfrm>
        </p:grpSpPr>
        <p:sp>
          <p:nvSpPr>
            <p:cNvPr id="4" name="Terminator 30">
              <a:extLst>
                <a:ext uri="{FF2B5EF4-FFF2-40B4-BE49-F238E27FC236}">
                  <a16:creationId xmlns:a16="http://schemas.microsoft.com/office/drawing/2014/main" id="{E7575FFA-BE64-2D4A-19B8-311BEE48FAD0}"/>
                </a:ext>
              </a:extLst>
            </p:cNvPr>
            <p:cNvSpPr/>
            <p:nvPr/>
          </p:nvSpPr>
          <p:spPr bwMode="gray">
            <a:xfrm>
              <a:off x="467544" y="3281152"/>
              <a:ext cx="573454" cy="218644"/>
            </a:xfrm>
            <a:custGeom>
              <a:avLst/>
              <a:gdLst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1600"/>
                <a:gd name="connsiteY0" fmla="*/ 0 h 21600"/>
                <a:gd name="connsiteX1" fmla="*/ 10518 w 21600"/>
                <a:gd name="connsiteY1" fmla="*/ 421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3475 w 21600"/>
                <a:gd name="connsiteY5" fmla="*/ 21600 h 21600"/>
                <a:gd name="connsiteX6" fmla="*/ 0 w 21600"/>
                <a:gd name="connsiteY6" fmla="*/ 10800 h 21600"/>
                <a:gd name="connsiteX7" fmla="*/ 3475 w 21600"/>
                <a:gd name="connsiteY7" fmla="*/ 0 h 21600"/>
                <a:gd name="connsiteX0" fmla="*/ 3475 w 21600"/>
                <a:gd name="connsiteY0" fmla="*/ 214 h 21814"/>
                <a:gd name="connsiteX1" fmla="*/ 11953 w 21600"/>
                <a:gd name="connsiteY1" fmla="*/ 0 h 21814"/>
                <a:gd name="connsiteX2" fmla="*/ 18125 w 21600"/>
                <a:gd name="connsiteY2" fmla="*/ 214 h 21814"/>
                <a:gd name="connsiteX3" fmla="*/ 21600 w 21600"/>
                <a:gd name="connsiteY3" fmla="*/ 11014 h 21814"/>
                <a:gd name="connsiteX4" fmla="*/ 18125 w 21600"/>
                <a:gd name="connsiteY4" fmla="*/ 21814 h 21814"/>
                <a:gd name="connsiteX5" fmla="*/ 3475 w 21600"/>
                <a:gd name="connsiteY5" fmla="*/ 21814 h 21814"/>
                <a:gd name="connsiteX6" fmla="*/ 0 w 21600"/>
                <a:gd name="connsiteY6" fmla="*/ 11014 h 21814"/>
                <a:gd name="connsiteX7" fmla="*/ 3475 w 21600"/>
                <a:gd name="connsiteY7" fmla="*/ 214 h 21814"/>
                <a:gd name="connsiteX0" fmla="*/ 3475 w 21600"/>
                <a:gd name="connsiteY0" fmla="*/ 0 h 21600"/>
                <a:gd name="connsiteX1" fmla="*/ 11355 w 21600"/>
                <a:gd name="connsiteY1" fmla="*/ 103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3475 w 21600"/>
                <a:gd name="connsiteY5" fmla="*/ 21600 h 21600"/>
                <a:gd name="connsiteX6" fmla="*/ 0 w 21600"/>
                <a:gd name="connsiteY6" fmla="*/ 10800 h 21600"/>
                <a:gd name="connsiteX7" fmla="*/ 3475 w 21600"/>
                <a:gd name="connsiteY7" fmla="*/ 0 h 21600"/>
                <a:gd name="connsiteX0" fmla="*/ 3475 w 21600"/>
                <a:gd name="connsiteY0" fmla="*/ 0 h 21600"/>
                <a:gd name="connsiteX1" fmla="*/ 11355 w 21600"/>
                <a:gd name="connsiteY1" fmla="*/ 103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11468 w 21600"/>
                <a:gd name="connsiteY5" fmla="*/ 21545 h 21600"/>
                <a:gd name="connsiteX6" fmla="*/ 3475 w 21600"/>
                <a:gd name="connsiteY6" fmla="*/ 21600 h 21600"/>
                <a:gd name="connsiteX7" fmla="*/ 0 w 21600"/>
                <a:gd name="connsiteY7" fmla="*/ 10800 h 21600"/>
                <a:gd name="connsiteX8" fmla="*/ 3475 w 21600"/>
                <a:gd name="connsiteY8" fmla="*/ 0 h 21600"/>
                <a:gd name="connsiteX0" fmla="*/ 3475 w 21600"/>
                <a:gd name="connsiteY0" fmla="*/ 0 h 21862"/>
                <a:gd name="connsiteX1" fmla="*/ 11355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153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  <a:gd name="connsiteX0" fmla="*/ 3475 w 21600"/>
                <a:gd name="connsiteY0" fmla="*/ 0 h 21862"/>
                <a:gd name="connsiteX1" fmla="*/ 11355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990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  <a:gd name="connsiteX0" fmla="*/ 3475 w 21600"/>
                <a:gd name="connsiteY0" fmla="*/ 0 h 21862"/>
                <a:gd name="connsiteX1" fmla="*/ 10757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990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00" h="21862">
                  <a:moveTo>
                    <a:pt x="3475" y="0"/>
                  </a:moveTo>
                  <a:lnTo>
                    <a:pt x="10757" y="103"/>
                  </a:lnTo>
                  <a:lnTo>
                    <a:pt x="18125" y="0"/>
                  </a:lnTo>
                  <a:cubicBezTo>
                    <a:pt x="20044" y="0"/>
                    <a:pt x="21600" y="4835"/>
                    <a:pt x="21600" y="10800"/>
                  </a:cubicBezTo>
                  <a:cubicBezTo>
                    <a:pt x="21600" y="16765"/>
                    <a:pt x="19814" y="19809"/>
                    <a:pt x="18125" y="21600"/>
                  </a:cubicBezTo>
                  <a:lnTo>
                    <a:pt x="10990" y="21862"/>
                  </a:lnTo>
                  <a:lnTo>
                    <a:pt x="3475" y="21600"/>
                  </a:lnTo>
                  <a:cubicBezTo>
                    <a:pt x="1556" y="21600"/>
                    <a:pt x="0" y="16765"/>
                    <a:pt x="0" y="10800"/>
                  </a:cubicBezTo>
                  <a:cubicBezTo>
                    <a:pt x="0" y="4835"/>
                    <a:pt x="1556" y="0"/>
                    <a:pt x="3475" y="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a b c</a:t>
              </a: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BA44EDF-AF37-7F7B-F686-E7C3CED926D7}"/>
                </a:ext>
              </a:extLst>
            </p:cNvPr>
            <p:cNvCxnSpPr>
              <a:cxnSpLocks/>
              <a:endCxn id="4" idx="1"/>
            </p:cNvCxnSpPr>
            <p:nvPr/>
          </p:nvCxnSpPr>
          <p:spPr bwMode="gray">
            <a:xfrm>
              <a:off x="753129" y="3180430"/>
              <a:ext cx="0" cy="1017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456ADDC6-9513-34B3-E52A-E67396767EF1}"/>
                </a:ext>
              </a:extLst>
            </p:cNvPr>
            <p:cNvCxnSpPr>
              <a:cxnSpLocks/>
              <a:stCxn id="4" idx="6"/>
            </p:cNvCxnSpPr>
            <p:nvPr/>
          </p:nvCxnSpPr>
          <p:spPr bwMode="gray">
            <a:xfrm flipH="1">
              <a:off x="533234" y="3497176"/>
              <a:ext cx="26567" cy="12691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6F3329C0-B648-AD58-A724-534181F8750D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683568" y="3502319"/>
              <a:ext cx="0" cy="1217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05281E5-0940-7BB9-6D47-1220A1FA9932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27584" y="3502319"/>
              <a:ext cx="0" cy="1217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A3327EE3-8B38-1980-6743-CA364E9DD753}"/>
                </a:ext>
              </a:extLst>
            </p:cNvPr>
            <p:cNvCxnSpPr>
              <a:cxnSpLocks/>
              <a:stCxn id="4" idx="4"/>
            </p:cNvCxnSpPr>
            <p:nvPr/>
          </p:nvCxnSpPr>
          <p:spPr bwMode="gray">
            <a:xfrm>
              <a:off x="948741" y="3497176"/>
              <a:ext cx="22859" cy="12691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8B8F6B35-9605-4365-51D9-2655C765AD60}"/>
              </a:ext>
            </a:extLst>
          </p:cNvPr>
          <p:cNvGrpSpPr/>
          <p:nvPr/>
        </p:nvGrpSpPr>
        <p:grpSpPr>
          <a:xfrm>
            <a:off x="1744068" y="2960301"/>
            <a:ext cx="870301" cy="678370"/>
            <a:chOff x="1509806" y="2951258"/>
            <a:chExt cx="870301" cy="678370"/>
          </a:xfrm>
        </p:grpSpPr>
        <p:sp>
          <p:nvSpPr>
            <p:cNvPr id="5" name="Terminator 30">
              <a:extLst>
                <a:ext uri="{FF2B5EF4-FFF2-40B4-BE49-F238E27FC236}">
                  <a16:creationId xmlns:a16="http://schemas.microsoft.com/office/drawing/2014/main" id="{67ECB7FA-0B67-292C-75ED-18A872F5B4BB}"/>
                </a:ext>
              </a:extLst>
            </p:cNvPr>
            <p:cNvSpPr/>
            <p:nvPr/>
          </p:nvSpPr>
          <p:spPr bwMode="gray">
            <a:xfrm>
              <a:off x="1509806" y="3284192"/>
              <a:ext cx="573454" cy="218644"/>
            </a:xfrm>
            <a:custGeom>
              <a:avLst/>
              <a:gdLst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1600"/>
                <a:gd name="connsiteY0" fmla="*/ 0 h 21600"/>
                <a:gd name="connsiteX1" fmla="*/ 10518 w 21600"/>
                <a:gd name="connsiteY1" fmla="*/ 421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3475 w 21600"/>
                <a:gd name="connsiteY5" fmla="*/ 21600 h 21600"/>
                <a:gd name="connsiteX6" fmla="*/ 0 w 21600"/>
                <a:gd name="connsiteY6" fmla="*/ 10800 h 21600"/>
                <a:gd name="connsiteX7" fmla="*/ 3475 w 21600"/>
                <a:gd name="connsiteY7" fmla="*/ 0 h 21600"/>
                <a:gd name="connsiteX0" fmla="*/ 3475 w 21600"/>
                <a:gd name="connsiteY0" fmla="*/ 214 h 21814"/>
                <a:gd name="connsiteX1" fmla="*/ 11953 w 21600"/>
                <a:gd name="connsiteY1" fmla="*/ 0 h 21814"/>
                <a:gd name="connsiteX2" fmla="*/ 18125 w 21600"/>
                <a:gd name="connsiteY2" fmla="*/ 214 h 21814"/>
                <a:gd name="connsiteX3" fmla="*/ 21600 w 21600"/>
                <a:gd name="connsiteY3" fmla="*/ 11014 h 21814"/>
                <a:gd name="connsiteX4" fmla="*/ 18125 w 21600"/>
                <a:gd name="connsiteY4" fmla="*/ 21814 h 21814"/>
                <a:gd name="connsiteX5" fmla="*/ 3475 w 21600"/>
                <a:gd name="connsiteY5" fmla="*/ 21814 h 21814"/>
                <a:gd name="connsiteX6" fmla="*/ 0 w 21600"/>
                <a:gd name="connsiteY6" fmla="*/ 11014 h 21814"/>
                <a:gd name="connsiteX7" fmla="*/ 3475 w 21600"/>
                <a:gd name="connsiteY7" fmla="*/ 214 h 21814"/>
                <a:gd name="connsiteX0" fmla="*/ 3475 w 21600"/>
                <a:gd name="connsiteY0" fmla="*/ 0 h 21600"/>
                <a:gd name="connsiteX1" fmla="*/ 11355 w 21600"/>
                <a:gd name="connsiteY1" fmla="*/ 103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3475 w 21600"/>
                <a:gd name="connsiteY5" fmla="*/ 21600 h 21600"/>
                <a:gd name="connsiteX6" fmla="*/ 0 w 21600"/>
                <a:gd name="connsiteY6" fmla="*/ 10800 h 21600"/>
                <a:gd name="connsiteX7" fmla="*/ 3475 w 21600"/>
                <a:gd name="connsiteY7" fmla="*/ 0 h 21600"/>
                <a:gd name="connsiteX0" fmla="*/ 3475 w 21600"/>
                <a:gd name="connsiteY0" fmla="*/ 0 h 21600"/>
                <a:gd name="connsiteX1" fmla="*/ 11355 w 21600"/>
                <a:gd name="connsiteY1" fmla="*/ 103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11468 w 21600"/>
                <a:gd name="connsiteY5" fmla="*/ 21545 h 21600"/>
                <a:gd name="connsiteX6" fmla="*/ 3475 w 21600"/>
                <a:gd name="connsiteY6" fmla="*/ 21600 h 21600"/>
                <a:gd name="connsiteX7" fmla="*/ 0 w 21600"/>
                <a:gd name="connsiteY7" fmla="*/ 10800 h 21600"/>
                <a:gd name="connsiteX8" fmla="*/ 3475 w 21600"/>
                <a:gd name="connsiteY8" fmla="*/ 0 h 21600"/>
                <a:gd name="connsiteX0" fmla="*/ 3475 w 21600"/>
                <a:gd name="connsiteY0" fmla="*/ 0 h 21862"/>
                <a:gd name="connsiteX1" fmla="*/ 11355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153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  <a:gd name="connsiteX0" fmla="*/ 3475 w 21600"/>
                <a:gd name="connsiteY0" fmla="*/ 0 h 21862"/>
                <a:gd name="connsiteX1" fmla="*/ 11355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990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  <a:gd name="connsiteX0" fmla="*/ 3475 w 21600"/>
                <a:gd name="connsiteY0" fmla="*/ 0 h 21862"/>
                <a:gd name="connsiteX1" fmla="*/ 10757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990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00" h="21862">
                  <a:moveTo>
                    <a:pt x="3475" y="0"/>
                  </a:moveTo>
                  <a:lnTo>
                    <a:pt x="10757" y="103"/>
                  </a:lnTo>
                  <a:lnTo>
                    <a:pt x="18125" y="0"/>
                  </a:lnTo>
                  <a:cubicBezTo>
                    <a:pt x="20044" y="0"/>
                    <a:pt x="21600" y="4835"/>
                    <a:pt x="21600" y="10800"/>
                  </a:cubicBezTo>
                  <a:cubicBezTo>
                    <a:pt x="21600" y="16765"/>
                    <a:pt x="19814" y="19809"/>
                    <a:pt x="18125" y="21600"/>
                  </a:cubicBezTo>
                  <a:lnTo>
                    <a:pt x="10990" y="21862"/>
                  </a:lnTo>
                  <a:lnTo>
                    <a:pt x="3475" y="21600"/>
                  </a:lnTo>
                  <a:cubicBezTo>
                    <a:pt x="1556" y="21600"/>
                    <a:pt x="0" y="16765"/>
                    <a:pt x="0" y="10800"/>
                  </a:cubicBezTo>
                  <a:cubicBezTo>
                    <a:pt x="0" y="4835"/>
                    <a:pt x="1556" y="0"/>
                    <a:pt x="3475" y="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a b c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2C05706-9776-69FF-7037-F1B80C50381E}"/>
                </a:ext>
              </a:extLst>
            </p:cNvPr>
            <p:cNvSpPr/>
            <p:nvPr/>
          </p:nvSpPr>
          <p:spPr bwMode="gray">
            <a:xfrm>
              <a:off x="2083260" y="2951258"/>
              <a:ext cx="216024" cy="21602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d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BBEE9FA-5BD4-7F8D-1026-72598F346E45}"/>
                </a:ext>
              </a:extLst>
            </p:cNvPr>
            <p:cNvCxnSpPr>
              <a:cxnSpLocks/>
              <a:stCxn id="6" idx="3"/>
              <a:endCxn id="5" idx="2"/>
            </p:cNvCxnSpPr>
            <p:nvPr/>
          </p:nvCxnSpPr>
          <p:spPr bwMode="gray">
            <a:xfrm flipH="1">
              <a:off x="1991003" y="3135646"/>
              <a:ext cx="123893" cy="14854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AAC7494-D837-D6CA-F6AF-3E1C66E1EC58}"/>
                </a:ext>
              </a:extLst>
            </p:cNvPr>
            <p:cNvCxnSpPr>
              <a:cxnSpLocks/>
              <a:stCxn id="6" idx="5"/>
            </p:cNvCxnSpPr>
            <p:nvPr/>
          </p:nvCxnSpPr>
          <p:spPr bwMode="gray">
            <a:xfrm>
              <a:off x="2267648" y="3135646"/>
              <a:ext cx="112459" cy="16818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FE6C0DE-0741-D4A8-3873-28392DE4DBDD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1571410" y="3502715"/>
              <a:ext cx="26567" cy="12691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80342CA9-4F53-8E0E-8B86-59461E841E7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1721744" y="3507858"/>
              <a:ext cx="0" cy="1217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5A9C3A06-155E-D18A-B3E6-92195D7F4A74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1865760" y="3507858"/>
              <a:ext cx="0" cy="1217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4138CA50-E7E8-B70D-8B12-55688570EFA6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1986917" y="3502715"/>
              <a:ext cx="22859" cy="12691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66E806B8-DAC9-ACBD-FD9F-DE7CB9711C24}"/>
              </a:ext>
            </a:extLst>
          </p:cNvPr>
          <p:cNvGrpSpPr/>
          <p:nvPr/>
        </p:nvGrpSpPr>
        <p:grpSpPr>
          <a:xfrm>
            <a:off x="2918227" y="2951258"/>
            <a:ext cx="861685" cy="687413"/>
            <a:chOff x="2771601" y="2951258"/>
            <a:chExt cx="861685" cy="687413"/>
          </a:xfrm>
        </p:grpSpPr>
        <p:sp>
          <p:nvSpPr>
            <p:cNvPr id="7" name="Terminator 30">
              <a:extLst>
                <a:ext uri="{FF2B5EF4-FFF2-40B4-BE49-F238E27FC236}">
                  <a16:creationId xmlns:a16="http://schemas.microsoft.com/office/drawing/2014/main" id="{836E5A31-7BD6-E2EB-72E7-491D2DA0BA24}"/>
                </a:ext>
              </a:extLst>
            </p:cNvPr>
            <p:cNvSpPr/>
            <p:nvPr/>
          </p:nvSpPr>
          <p:spPr bwMode="gray">
            <a:xfrm>
              <a:off x="3059832" y="3291830"/>
              <a:ext cx="573454" cy="218644"/>
            </a:xfrm>
            <a:custGeom>
              <a:avLst/>
              <a:gdLst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1600"/>
                <a:gd name="connsiteY0" fmla="*/ 0 h 21600"/>
                <a:gd name="connsiteX1" fmla="*/ 10518 w 21600"/>
                <a:gd name="connsiteY1" fmla="*/ 421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3475 w 21600"/>
                <a:gd name="connsiteY5" fmla="*/ 21600 h 21600"/>
                <a:gd name="connsiteX6" fmla="*/ 0 w 21600"/>
                <a:gd name="connsiteY6" fmla="*/ 10800 h 21600"/>
                <a:gd name="connsiteX7" fmla="*/ 3475 w 21600"/>
                <a:gd name="connsiteY7" fmla="*/ 0 h 21600"/>
                <a:gd name="connsiteX0" fmla="*/ 3475 w 21600"/>
                <a:gd name="connsiteY0" fmla="*/ 214 h 21814"/>
                <a:gd name="connsiteX1" fmla="*/ 11953 w 21600"/>
                <a:gd name="connsiteY1" fmla="*/ 0 h 21814"/>
                <a:gd name="connsiteX2" fmla="*/ 18125 w 21600"/>
                <a:gd name="connsiteY2" fmla="*/ 214 h 21814"/>
                <a:gd name="connsiteX3" fmla="*/ 21600 w 21600"/>
                <a:gd name="connsiteY3" fmla="*/ 11014 h 21814"/>
                <a:gd name="connsiteX4" fmla="*/ 18125 w 21600"/>
                <a:gd name="connsiteY4" fmla="*/ 21814 h 21814"/>
                <a:gd name="connsiteX5" fmla="*/ 3475 w 21600"/>
                <a:gd name="connsiteY5" fmla="*/ 21814 h 21814"/>
                <a:gd name="connsiteX6" fmla="*/ 0 w 21600"/>
                <a:gd name="connsiteY6" fmla="*/ 11014 h 21814"/>
                <a:gd name="connsiteX7" fmla="*/ 3475 w 21600"/>
                <a:gd name="connsiteY7" fmla="*/ 214 h 21814"/>
                <a:gd name="connsiteX0" fmla="*/ 3475 w 21600"/>
                <a:gd name="connsiteY0" fmla="*/ 0 h 21600"/>
                <a:gd name="connsiteX1" fmla="*/ 11355 w 21600"/>
                <a:gd name="connsiteY1" fmla="*/ 103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3475 w 21600"/>
                <a:gd name="connsiteY5" fmla="*/ 21600 h 21600"/>
                <a:gd name="connsiteX6" fmla="*/ 0 w 21600"/>
                <a:gd name="connsiteY6" fmla="*/ 10800 h 21600"/>
                <a:gd name="connsiteX7" fmla="*/ 3475 w 21600"/>
                <a:gd name="connsiteY7" fmla="*/ 0 h 21600"/>
                <a:gd name="connsiteX0" fmla="*/ 3475 w 21600"/>
                <a:gd name="connsiteY0" fmla="*/ 0 h 21600"/>
                <a:gd name="connsiteX1" fmla="*/ 11355 w 21600"/>
                <a:gd name="connsiteY1" fmla="*/ 103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11468 w 21600"/>
                <a:gd name="connsiteY5" fmla="*/ 21545 h 21600"/>
                <a:gd name="connsiteX6" fmla="*/ 3475 w 21600"/>
                <a:gd name="connsiteY6" fmla="*/ 21600 h 21600"/>
                <a:gd name="connsiteX7" fmla="*/ 0 w 21600"/>
                <a:gd name="connsiteY7" fmla="*/ 10800 h 21600"/>
                <a:gd name="connsiteX8" fmla="*/ 3475 w 21600"/>
                <a:gd name="connsiteY8" fmla="*/ 0 h 21600"/>
                <a:gd name="connsiteX0" fmla="*/ 3475 w 21600"/>
                <a:gd name="connsiteY0" fmla="*/ 0 h 21862"/>
                <a:gd name="connsiteX1" fmla="*/ 11355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153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  <a:gd name="connsiteX0" fmla="*/ 3475 w 21600"/>
                <a:gd name="connsiteY0" fmla="*/ 0 h 21862"/>
                <a:gd name="connsiteX1" fmla="*/ 11355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990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  <a:gd name="connsiteX0" fmla="*/ 3475 w 21600"/>
                <a:gd name="connsiteY0" fmla="*/ 0 h 21862"/>
                <a:gd name="connsiteX1" fmla="*/ 10757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990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00" h="21862">
                  <a:moveTo>
                    <a:pt x="3475" y="0"/>
                  </a:moveTo>
                  <a:lnTo>
                    <a:pt x="10757" y="103"/>
                  </a:lnTo>
                  <a:lnTo>
                    <a:pt x="18125" y="0"/>
                  </a:lnTo>
                  <a:cubicBezTo>
                    <a:pt x="20044" y="0"/>
                    <a:pt x="21600" y="4835"/>
                    <a:pt x="21600" y="10800"/>
                  </a:cubicBezTo>
                  <a:cubicBezTo>
                    <a:pt x="21600" y="16765"/>
                    <a:pt x="19814" y="19809"/>
                    <a:pt x="18125" y="21600"/>
                  </a:cubicBezTo>
                  <a:lnTo>
                    <a:pt x="10990" y="21862"/>
                  </a:lnTo>
                  <a:lnTo>
                    <a:pt x="3475" y="21600"/>
                  </a:lnTo>
                  <a:cubicBezTo>
                    <a:pt x="1556" y="21600"/>
                    <a:pt x="0" y="16765"/>
                    <a:pt x="0" y="10800"/>
                  </a:cubicBezTo>
                  <a:cubicBezTo>
                    <a:pt x="0" y="4835"/>
                    <a:pt x="1556" y="0"/>
                    <a:pt x="3475" y="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b c d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978F755-0F3A-A8AF-6F07-B4395E22757B}"/>
                </a:ext>
              </a:extLst>
            </p:cNvPr>
            <p:cNvSpPr/>
            <p:nvPr/>
          </p:nvSpPr>
          <p:spPr bwMode="gray">
            <a:xfrm>
              <a:off x="2843808" y="2951258"/>
              <a:ext cx="216024" cy="21602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45A90E0-3849-B037-EAA2-4EA52F10508F}"/>
                </a:ext>
              </a:extLst>
            </p:cNvPr>
            <p:cNvCxnSpPr>
              <a:cxnSpLocks/>
              <a:stCxn id="8" idx="5"/>
              <a:endCxn id="7" idx="0"/>
            </p:cNvCxnSpPr>
            <p:nvPr/>
          </p:nvCxnSpPr>
          <p:spPr bwMode="gray">
            <a:xfrm>
              <a:off x="3028196" y="3135646"/>
              <a:ext cx="123893" cy="1561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1E6FC6E-B9F9-2F16-6972-5193A0DBC863}"/>
                </a:ext>
              </a:extLst>
            </p:cNvPr>
            <p:cNvCxnSpPr>
              <a:cxnSpLocks/>
              <a:stCxn id="8" idx="3"/>
            </p:cNvCxnSpPr>
            <p:nvPr/>
          </p:nvCxnSpPr>
          <p:spPr bwMode="gray">
            <a:xfrm flipH="1">
              <a:off x="2771601" y="3135646"/>
              <a:ext cx="103843" cy="16818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11B7F440-BED1-F943-CC7A-98DD8403F64E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3125522" y="3511758"/>
              <a:ext cx="26567" cy="12691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A9586065-ACDB-B26F-F538-C81302781BA5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275856" y="3516901"/>
              <a:ext cx="0" cy="1217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42AD50C-BD4C-9CBB-D758-11B539A01341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419872" y="3516901"/>
              <a:ext cx="0" cy="1217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B661ABA5-660E-BE3C-087D-AD64B700CDDD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3541029" y="3511758"/>
              <a:ext cx="22859" cy="12691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505BF9C4-386D-23BB-ECD3-6D697C74DC35}"/>
              </a:ext>
            </a:extLst>
          </p:cNvPr>
          <p:cNvGrpSpPr/>
          <p:nvPr/>
        </p:nvGrpSpPr>
        <p:grpSpPr>
          <a:xfrm>
            <a:off x="4368033" y="2949040"/>
            <a:ext cx="983591" cy="689631"/>
            <a:chOff x="4067944" y="2935136"/>
            <a:chExt cx="983591" cy="689631"/>
          </a:xfrm>
        </p:grpSpPr>
        <p:sp>
          <p:nvSpPr>
            <p:cNvPr id="9" name="Terminator 30">
              <a:extLst>
                <a:ext uri="{FF2B5EF4-FFF2-40B4-BE49-F238E27FC236}">
                  <a16:creationId xmlns:a16="http://schemas.microsoft.com/office/drawing/2014/main" id="{51EB813E-DF2D-7C87-67FF-EDE3B5FF3F8F}"/>
                </a:ext>
              </a:extLst>
            </p:cNvPr>
            <p:cNvSpPr/>
            <p:nvPr/>
          </p:nvSpPr>
          <p:spPr bwMode="gray">
            <a:xfrm>
              <a:off x="4067944" y="3284192"/>
              <a:ext cx="573454" cy="218644"/>
            </a:xfrm>
            <a:custGeom>
              <a:avLst/>
              <a:gdLst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1600"/>
                <a:gd name="connsiteY0" fmla="*/ 0 h 21600"/>
                <a:gd name="connsiteX1" fmla="*/ 10518 w 21600"/>
                <a:gd name="connsiteY1" fmla="*/ 421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3475 w 21600"/>
                <a:gd name="connsiteY5" fmla="*/ 21600 h 21600"/>
                <a:gd name="connsiteX6" fmla="*/ 0 w 21600"/>
                <a:gd name="connsiteY6" fmla="*/ 10800 h 21600"/>
                <a:gd name="connsiteX7" fmla="*/ 3475 w 21600"/>
                <a:gd name="connsiteY7" fmla="*/ 0 h 21600"/>
                <a:gd name="connsiteX0" fmla="*/ 3475 w 21600"/>
                <a:gd name="connsiteY0" fmla="*/ 214 h 21814"/>
                <a:gd name="connsiteX1" fmla="*/ 11953 w 21600"/>
                <a:gd name="connsiteY1" fmla="*/ 0 h 21814"/>
                <a:gd name="connsiteX2" fmla="*/ 18125 w 21600"/>
                <a:gd name="connsiteY2" fmla="*/ 214 h 21814"/>
                <a:gd name="connsiteX3" fmla="*/ 21600 w 21600"/>
                <a:gd name="connsiteY3" fmla="*/ 11014 h 21814"/>
                <a:gd name="connsiteX4" fmla="*/ 18125 w 21600"/>
                <a:gd name="connsiteY4" fmla="*/ 21814 h 21814"/>
                <a:gd name="connsiteX5" fmla="*/ 3475 w 21600"/>
                <a:gd name="connsiteY5" fmla="*/ 21814 h 21814"/>
                <a:gd name="connsiteX6" fmla="*/ 0 w 21600"/>
                <a:gd name="connsiteY6" fmla="*/ 11014 h 21814"/>
                <a:gd name="connsiteX7" fmla="*/ 3475 w 21600"/>
                <a:gd name="connsiteY7" fmla="*/ 214 h 21814"/>
                <a:gd name="connsiteX0" fmla="*/ 3475 w 21600"/>
                <a:gd name="connsiteY0" fmla="*/ 0 h 21600"/>
                <a:gd name="connsiteX1" fmla="*/ 11355 w 21600"/>
                <a:gd name="connsiteY1" fmla="*/ 103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3475 w 21600"/>
                <a:gd name="connsiteY5" fmla="*/ 21600 h 21600"/>
                <a:gd name="connsiteX6" fmla="*/ 0 w 21600"/>
                <a:gd name="connsiteY6" fmla="*/ 10800 h 21600"/>
                <a:gd name="connsiteX7" fmla="*/ 3475 w 21600"/>
                <a:gd name="connsiteY7" fmla="*/ 0 h 21600"/>
                <a:gd name="connsiteX0" fmla="*/ 3475 w 21600"/>
                <a:gd name="connsiteY0" fmla="*/ 0 h 21600"/>
                <a:gd name="connsiteX1" fmla="*/ 11355 w 21600"/>
                <a:gd name="connsiteY1" fmla="*/ 103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11468 w 21600"/>
                <a:gd name="connsiteY5" fmla="*/ 21545 h 21600"/>
                <a:gd name="connsiteX6" fmla="*/ 3475 w 21600"/>
                <a:gd name="connsiteY6" fmla="*/ 21600 h 21600"/>
                <a:gd name="connsiteX7" fmla="*/ 0 w 21600"/>
                <a:gd name="connsiteY7" fmla="*/ 10800 h 21600"/>
                <a:gd name="connsiteX8" fmla="*/ 3475 w 21600"/>
                <a:gd name="connsiteY8" fmla="*/ 0 h 21600"/>
                <a:gd name="connsiteX0" fmla="*/ 3475 w 21600"/>
                <a:gd name="connsiteY0" fmla="*/ 0 h 21862"/>
                <a:gd name="connsiteX1" fmla="*/ 11355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153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  <a:gd name="connsiteX0" fmla="*/ 3475 w 21600"/>
                <a:gd name="connsiteY0" fmla="*/ 0 h 21862"/>
                <a:gd name="connsiteX1" fmla="*/ 11355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990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  <a:gd name="connsiteX0" fmla="*/ 3475 w 21600"/>
                <a:gd name="connsiteY0" fmla="*/ 0 h 21862"/>
                <a:gd name="connsiteX1" fmla="*/ 10757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990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00" h="21862">
                  <a:moveTo>
                    <a:pt x="3475" y="0"/>
                  </a:moveTo>
                  <a:lnTo>
                    <a:pt x="10757" y="103"/>
                  </a:lnTo>
                  <a:lnTo>
                    <a:pt x="18125" y="0"/>
                  </a:lnTo>
                  <a:cubicBezTo>
                    <a:pt x="20044" y="0"/>
                    <a:pt x="21600" y="4835"/>
                    <a:pt x="21600" y="10800"/>
                  </a:cubicBezTo>
                  <a:cubicBezTo>
                    <a:pt x="21600" y="16765"/>
                    <a:pt x="19814" y="19809"/>
                    <a:pt x="18125" y="21600"/>
                  </a:cubicBezTo>
                  <a:lnTo>
                    <a:pt x="10990" y="21862"/>
                  </a:lnTo>
                  <a:lnTo>
                    <a:pt x="3475" y="21600"/>
                  </a:lnTo>
                  <a:cubicBezTo>
                    <a:pt x="1556" y="21600"/>
                    <a:pt x="0" y="16765"/>
                    <a:pt x="0" y="10800"/>
                  </a:cubicBezTo>
                  <a:cubicBezTo>
                    <a:pt x="0" y="4835"/>
                    <a:pt x="1556" y="0"/>
                    <a:pt x="3475" y="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a b c</a:t>
              </a:r>
            </a:p>
          </p:txBody>
        </p:sp>
        <p:sp>
          <p:nvSpPr>
            <p:cNvPr id="10" name="Terminator 30">
              <a:extLst>
                <a:ext uri="{FF2B5EF4-FFF2-40B4-BE49-F238E27FC236}">
                  <a16:creationId xmlns:a16="http://schemas.microsoft.com/office/drawing/2014/main" id="{E2D7819C-F8E7-752E-C617-89266C799DAA}"/>
                </a:ext>
              </a:extLst>
            </p:cNvPr>
            <p:cNvSpPr/>
            <p:nvPr/>
          </p:nvSpPr>
          <p:spPr bwMode="gray">
            <a:xfrm>
              <a:off x="4479018" y="2935136"/>
              <a:ext cx="472186" cy="248269"/>
            </a:xfrm>
            <a:custGeom>
              <a:avLst/>
              <a:gdLst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1600"/>
                <a:gd name="connsiteY0" fmla="*/ 0 h 21600"/>
                <a:gd name="connsiteX1" fmla="*/ 10518 w 21600"/>
                <a:gd name="connsiteY1" fmla="*/ 421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3475 w 21600"/>
                <a:gd name="connsiteY5" fmla="*/ 21600 h 21600"/>
                <a:gd name="connsiteX6" fmla="*/ 0 w 21600"/>
                <a:gd name="connsiteY6" fmla="*/ 10800 h 21600"/>
                <a:gd name="connsiteX7" fmla="*/ 3475 w 21600"/>
                <a:gd name="connsiteY7" fmla="*/ 0 h 21600"/>
                <a:gd name="connsiteX0" fmla="*/ 3475 w 21600"/>
                <a:gd name="connsiteY0" fmla="*/ 214 h 21814"/>
                <a:gd name="connsiteX1" fmla="*/ 11953 w 21600"/>
                <a:gd name="connsiteY1" fmla="*/ 0 h 21814"/>
                <a:gd name="connsiteX2" fmla="*/ 18125 w 21600"/>
                <a:gd name="connsiteY2" fmla="*/ 214 h 21814"/>
                <a:gd name="connsiteX3" fmla="*/ 21600 w 21600"/>
                <a:gd name="connsiteY3" fmla="*/ 11014 h 21814"/>
                <a:gd name="connsiteX4" fmla="*/ 18125 w 21600"/>
                <a:gd name="connsiteY4" fmla="*/ 21814 h 21814"/>
                <a:gd name="connsiteX5" fmla="*/ 3475 w 21600"/>
                <a:gd name="connsiteY5" fmla="*/ 21814 h 21814"/>
                <a:gd name="connsiteX6" fmla="*/ 0 w 21600"/>
                <a:gd name="connsiteY6" fmla="*/ 11014 h 21814"/>
                <a:gd name="connsiteX7" fmla="*/ 3475 w 21600"/>
                <a:gd name="connsiteY7" fmla="*/ 214 h 21814"/>
                <a:gd name="connsiteX0" fmla="*/ 3475 w 21600"/>
                <a:gd name="connsiteY0" fmla="*/ 0 h 21600"/>
                <a:gd name="connsiteX1" fmla="*/ 11355 w 21600"/>
                <a:gd name="connsiteY1" fmla="*/ 103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3475 w 21600"/>
                <a:gd name="connsiteY5" fmla="*/ 21600 h 21600"/>
                <a:gd name="connsiteX6" fmla="*/ 0 w 21600"/>
                <a:gd name="connsiteY6" fmla="*/ 10800 h 21600"/>
                <a:gd name="connsiteX7" fmla="*/ 3475 w 21600"/>
                <a:gd name="connsiteY7" fmla="*/ 0 h 21600"/>
                <a:gd name="connsiteX0" fmla="*/ 3475 w 21600"/>
                <a:gd name="connsiteY0" fmla="*/ 0 h 21600"/>
                <a:gd name="connsiteX1" fmla="*/ 11355 w 21600"/>
                <a:gd name="connsiteY1" fmla="*/ 103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11468 w 21600"/>
                <a:gd name="connsiteY5" fmla="*/ 21545 h 21600"/>
                <a:gd name="connsiteX6" fmla="*/ 3475 w 21600"/>
                <a:gd name="connsiteY6" fmla="*/ 21600 h 21600"/>
                <a:gd name="connsiteX7" fmla="*/ 0 w 21600"/>
                <a:gd name="connsiteY7" fmla="*/ 10800 h 21600"/>
                <a:gd name="connsiteX8" fmla="*/ 3475 w 21600"/>
                <a:gd name="connsiteY8" fmla="*/ 0 h 21600"/>
                <a:gd name="connsiteX0" fmla="*/ 3475 w 21600"/>
                <a:gd name="connsiteY0" fmla="*/ 0 h 21862"/>
                <a:gd name="connsiteX1" fmla="*/ 11355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153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  <a:gd name="connsiteX0" fmla="*/ 3475 w 21600"/>
                <a:gd name="connsiteY0" fmla="*/ 0 h 21862"/>
                <a:gd name="connsiteX1" fmla="*/ 11355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990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  <a:gd name="connsiteX0" fmla="*/ 3475 w 21600"/>
                <a:gd name="connsiteY0" fmla="*/ 0 h 21862"/>
                <a:gd name="connsiteX1" fmla="*/ 10757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990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00" h="21862">
                  <a:moveTo>
                    <a:pt x="3475" y="0"/>
                  </a:moveTo>
                  <a:lnTo>
                    <a:pt x="10757" y="103"/>
                  </a:lnTo>
                  <a:lnTo>
                    <a:pt x="18125" y="0"/>
                  </a:lnTo>
                  <a:cubicBezTo>
                    <a:pt x="20044" y="0"/>
                    <a:pt x="21600" y="4835"/>
                    <a:pt x="21600" y="10800"/>
                  </a:cubicBezTo>
                  <a:cubicBezTo>
                    <a:pt x="21600" y="16765"/>
                    <a:pt x="19814" y="19809"/>
                    <a:pt x="18125" y="21600"/>
                  </a:cubicBezTo>
                  <a:lnTo>
                    <a:pt x="10990" y="21862"/>
                  </a:lnTo>
                  <a:lnTo>
                    <a:pt x="3475" y="21600"/>
                  </a:lnTo>
                  <a:cubicBezTo>
                    <a:pt x="1556" y="21600"/>
                    <a:pt x="0" y="16765"/>
                    <a:pt x="0" y="10800"/>
                  </a:cubicBezTo>
                  <a:cubicBezTo>
                    <a:pt x="0" y="4835"/>
                    <a:pt x="1556" y="0"/>
                    <a:pt x="3475" y="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d e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41652AD-63F3-22C3-512D-8D29A50E71D7}"/>
                </a:ext>
              </a:extLst>
            </p:cNvPr>
            <p:cNvCxnSpPr>
              <a:cxnSpLocks/>
              <a:stCxn id="10" idx="6"/>
              <a:endCxn id="9" idx="1"/>
            </p:cNvCxnSpPr>
            <p:nvPr/>
          </p:nvCxnSpPr>
          <p:spPr bwMode="gray">
            <a:xfrm flipH="1">
              <a:off x="4353529" y="3180430"/>
              <a:ext cx="201454" cy="10479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669B6C04-23C2-54CA-A6AC-8BC1839A224A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4131553" y="3497854"/>
              <a:ext cx="26567" cy="12691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A18FA39E-E099-DE1E-D1F1-6571BDC8F6C9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4281887" y="3502997"/>
              <a:ext cx="0" cy="1217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BA2B24AF-94A3-91A0-2946-D5219DD2E1A2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4425903" y="3502997"/>
              <a:ext cx="0" cy="1217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97B139A1-81C5-3767-277E-5E0B44131372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4547060" y="3497854"/>
              <a:ext cx="22859" cy="12691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5DE23D4A-7457-A726-98AC-D761ADA7B002}"/>
                </a:ext>
              </a:extLst>
            </p:cNvPr>
            <p:cNvCxnSpPr>
              <a:cxnSpLocks/>
              <a:stCxn id="10" idx="5"/>
            </p:cNvCxnSpPr>
            <p:nvPr/>
          </p:nvCxnSpPr>
          <p:spPr bwMode="gray">
            <a:xfrm flipH="1">
              <a:off x="4718061" y="3183405"/>
              <a:ext cx="1203" cy="10262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F46C98DE-92FE-DEEC-399A-08D8143CC327}"/>
                </a:ext>
              </a:extLst>
            </p:cNvPr>
            <p:cNvCxnSpPr>
              <a:cxnSpLocks/>
              <a:stCxn id="10" idx="4"/>
            </p:cNvCxnSpPr>
            <p:nvPr/>
          </p:nvCxnSpPr>
          <p:spPr bwMode="gray">
            <a:xfrm>
              <a:off x="4875239" y="3180430"/>
              <a:ext cx="176296" cy="10029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67F2C297-89D9-DC89-1C1E-AE581C615BC8}"/>
              </a:ext>
            </a:extLst>
          </p:cNvPr>
          <p:cNvGrpSpPr/>
          <p:nvPr/>
        </p:nvGrpSpPr>
        <p:grpSpPr>
          <a:xfrm>
            <a:off x="5667767" y="2939036"/>
            <a:ext cx="691422" cy="699635"/>
            <a:chOff x="5447679" y="2935136"/>
            <a:chExt cx="691422" cy="699635"/>
          </a:xfrm>
        </p:grpSpPr>
        <p:sp>
          <p:nvSpPr>
            <p:cNvPr id="14" name="Terminator 30">
              <a:extLst>
                <a:ext uri="{FF2B5EF4-FFF2-40B4-BE49-F238E27FC236}">
                  <a16:creationId xmlns:a16="http://schemas.microsoft.com/office/drawing/2014/main" id="{04363B6F-FE6D-C28A-C719-EC4512A1A389}"/>
                </a:ext>
              </a:extLst>
            </p:cNvPr>
            <p:cNvSpPr/>
            <p:nvPr/>
          </p:nvSpPr>
          <p:spPr bwMode="gray">
            <a:xfrm>
              <a:off x="5527268" y="3291830"/>
              <a:ext cx="573454" cy="218644"/>
            </a:xfrm>
            <a:custGeom>
              <a:avLst/>
              <a:gdLst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1600"/>
                <a:gd name="connsiteY0" fmla="*/ 0 h 21600"/>
                <a:gd name="connsiteX1" fmla="*/ 10518 w 21600"/>
                <a:gd name="connsiteY1" fmla="*/ 421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3475 w 21600"/>
                <a:gd name="connsiteY5" fmla="*/ 21600 h 21600"/>
                <a:gd name="connsiteX6" fmla="*/ 0 w 21600"/>
                <a:gd name="connsiteY6" fmla="*/ 10800 h 21600"/>
                <a:gd name="connsiteX7" fmla="*/ 3475 w 21600"/>
                <a:gd name="connsiteY7" fmla="*/ 0 h 21600"/>
                <a:gd name="connsiteX0" fmla="*/ 3475 w 21600"/>
                <a:gd name="connsiteY0" fmla="*/ 214 h 21814"/>
                <a:gd name="connsiteX1" fmla="*/ 11953 w 21600"/>
                <a:gd name="connsiteY1" fmla="*/ 0 h 21814"/>
                <a:gd name="connsiteX2" fmla="*/ 18125 w 21600"/>
                <a:gd name="connsiteY2" fmla="*/ 214 h 21814"/>
                <a:gd name="connsiteX3" fmla="*/ 21600 w 21600"/>
                <a:gd name="connsiteY3" fmla="*/ 11014 h 21814"/>
                <a:gd name="connsiteX4" fmla="*/ 18125 w 21600"/>
                <a:gd name="connsiteY4" fmla="*/ 21814 h 21814"/>
                <a:gd name="connsiteX5" fmla="*/ 3475 w 21600"/>
                <a:gd name="connsiteY5" fmla="*/ 21814 h 21814"/>
                <a:gd name="connsiteX6" fmla="*/ 0 w 21600"/>
                <a:gd name="connsiteY6" fmla="*/ 11014 h 21814"/>
                <a:gd name="connsiteX7" fmla="*/ 3475 w 21600"/>
                <a:gd name="connsiteY7" fmla="*/ 214 h 21814"/>
                <a:gd name="connsiteX0" fmla="*/ 3475 w 21600"/>
                <a:gd name="connsiteY0" fmla="*/ 0 h 21600"/>
                <a:gd name="connsiteX1" fmla="*/ 11355 w 21600"/>
                <a:gd name="connsiteY1" fmla="*/ 103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3475 w 21600"/>
                <a:gd name="connsiteY5" fmla="*/ 21600 h 21600"/>
                <a:gd name="connsiteX6" fmla="*/ 0 w 21600"/>
                <a:gd name="connsiteY6" fmla="*/ 10800 h 21600"/>
                <a:gd name="connsiteX7" fmla="*/ 3475 w 21600"/>
                <a:gd name="connsiteY7" fmla="*/ 0 h 21600"/>
                <a:gd name="connsiteX0" fmla="*/ 3475 w 21600"/>
                <a:gd name="connsiteY0" fmla="*/ 0 h 21600"/>
                <a:gd name="connsiteX1" fmla="*/ 11355 w 21600"/>
                <a:gd name="connsiteY1" fmla="*/ 103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11468 w 21600"/>
                <a:gd name="connsiteY5" fmla="*/ 21545 h 21600"/>
                <a:gd name="connsiteX6" fmla="*/ 3475 w 21600"/>
                <a:gd name="connsiteY6" fmla="*/ 21600 h 21600"/>
                <a:gd name="connsiteX7" fmla="*/ 0 w 21600"/>
                <a:gd name="connsiteY7" fmla="*/ 10800 h 21600"/>
                <a:gd name="connsiteX8" fmla="*/ 3475 w 21600"/>
                <a:gd name="connsiteY8" fmla="*/ 0 h 21600"/>
                <a:gd name="connsiteX0" fmla="*/ 3475 w 21600"/>
                <a:gd name="connsiteY0" fmla="*/ 0 h 21862"/>
                <a:gd name="connsiteX1" fmla="*/ 11355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153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  <a:gd name="connsiteX0" fmla="*/ 3475 w 21600"/>
                <a:gd name="connsiteY0" fmla="*/ 0 h 21862"/>
                <a:gd name="connsiteX1" fmla="*/ 11355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990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  <a:gd name="connsiteX0" fmla="*/ 3475 w 21600"/>
                <a:gd name="connsiteY0" fmla="*/ 0 h 21862"/>
                <a:gd name="connsiteX1" fmla="*/ 10757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990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00" h="21862">
                  <a:moveTo>
                    <a:pt x="3475" y="0"/>
                  </a:moveTo>
                  <a:lnTo>
                    <a:pt x="10757" y="103"/>
                  </a:lnTo>
                  <a:lnTo>
                    <a:pt x="18125" y="0"/>
                  </a:lnTo>
                  <a:cubicBezTo>
                    <a:pt x="20044" y="0"/>
                    <a:pt x="21600" y="4835"/>
                    <a:pt x="21600" y="10800"/>
                  </a:cubicBezTo>
                  <a:cubicBezTo>
                    <a:pt x="21600" y="16765"/>
                    <a:pt x="19814" y="19809"/>
                    <a:pt x="18125" y="21600"/>
                  </a:cubicBezTo>
                  <a:lnTo>
                    <a:pt x="10990" y="21862"/>
                  </a:lnTo>
                  <a:lnTo>
                    <a:pt x="3475" y="21600"/>
                  </a:lnTo>
                  <a:cubicBezTo>
                    <a:pt x="1556" y="21600"/>
                    <a:pt x="0" y="16765"/>
                    <a:pt x="0" y="10800"/>
                  </a:cubicBezTo>
                  <a:cubicBezTo>
                    <a:pt x="0" y="4835"/>
                    <a:pt x="1556" y="0"/>
                    <a:pt x="3475" y="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b c d</a:t>
              </a:r>
            </a:p>
          </p:txBody>
        </p:sp>
        <p:sp>
          <p:nvSpPr>
            <p:cNvPr id="16" name="Terminator 30">
              <a:extLst>
                <a:ext uri="{FF2B5EF4-FFF2-40B4-BE49-F238E27FC236}">
                  <a16:creationId xmlns:a16="http://schemas.microsoft.com/office/drawing/2014/main" id="{A4B0D4B0-36A4-5FBB-CB11-45A4E2CE1953}"/>
                </a:ext>
              </a:extLst>
            </p:cNvPr>
            <p:cNvSpPr/>
            <p:nvPr/>
          </p:nvSpPr>
          <p:spPr bwMode="gray">
            <a:xfrm>
              <a:off x="5577902" y="2935136"/>
              <a:ext cx="472186" cy="248269"/>
            </a:xfrm>
            <a:custGeom>
              <a:avLst/>
              <a:gdLst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1600"/>
                <a:gd name="connsiteY0" fmla="*/ 0 h 21600"/>
                <a:gd name="connsiteX1" fmla="*/ 10518 w 21600"/>
                <a:gd name="connsiteY1" fmla="*/ 421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3475 w 21600"/>
                <a:gd name="connsiteY5" fmla="*/ 21600 h 21600"/>
                <a:gd name="connsiteX6" fmla="*/ 0 w 21600"/>
                <a:gd name="connsiteY6" fmla="*/ 10800 h 21600"/>
                <a:gd name="connsiteX7" fmla="*/ 3475 w 21600"/>
                <a:gd name="connsiteY7" fmla="*/ 0 h 21600"/>
                <a:gd name="connsiteX0" fmla="*/ 3475 w 21600"/>
                <a:gd name="connsiteY0" fmla="*/ 214 h 21814"/>
                <a:gd name="connsiteX1" fmla="*/ 11953 w 21600"/>
                <a:gd name="connsiteY1" fmla="*/ 0 h 21814"/>
                <a:gd name="connsiteX2" fmla="*/ 18125 w 21600"/>
                <a:gd name="connsiteY2" fmla="*/ 214 h 21814"/>
                <a:gd name="connsiteX3" fmla="*/ 21600 w 21600"/>
                <a:gd name="connsiteY3" fmla="*/ 11014 h 21814"/>
                <a:gd name="connsiteX4" fmla="*/ 18125 w 21600"/>
                <a:gd name="connsiteY4" fmla="*/ 21814 h 21814"/>
                <a:gd name="connsiteX5" fmla="*/ 3475 w 21600"/>
                <a:gd name="connsiteY5" fmla="*/ 21814 h 21814"/>
                <a:gd name="connsiteX6" fmla="*/ 0 w 21600"/>
                <a:gd name="connsiteY6" fmla="*/ 11014 h 21814"/>
                <a:gd name="connsiteX7" fmla="*/ 3475 w 21600"/>
                <a:gd name="connsiteY7" fmla="*/ 214 h 21814"/>
                <a:gd name="connsiteX0" fmla="*/ 3475 w 21600"/>
                <a:gd name="connsiteY0" fmla="*/ 0 h 21600"/>
                <a:gd name="connsiteX1" fmla="*/ 11355 w 21600"/>
                <a:gd name="connsiteY1" fmla="*/ 103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3475 w 21600"/>
                <a:gd name="connsiteY5" fmla="*/ 21600 h 21600"/>
                <a:gd name="connsiteX6" fmla="*/ 0 w 21600"/>
                <a:gd name="connsiteY6" fmla="*/ 10800 h 21600"/>
                <a:gd name="connsiteX7" fmla="*/ 3475 w 21600"/>
                <a:gd name="connsiteY7" fmla="*/ 0 h 21600"/>
                <a:gd name="connsiteX0" fmla="*/ 3475 w 21600"/>
                <a:gd name="connsiteY0" fmla="*/ 0 h 21600"/>
                <a:gd name="connsiteX1" fmla="*/ 11355 w 21600"/>
                <a:gd name="connsiteY1" fmla="*/ 103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11468 w 21600"/>
                <a:gd name="connsiteY5" fmla="*/ 21545 h 21600"/>
                <a:gd name="connsiteX6" fmla="*/ 3475 w 21600"/>
                <a:gd name="connsiteY6" fmla="*/ 21600 h 21600"/>
                <a:gd name="connsiteX7" fmla="*/ 0 w 21600"/>
                <a:gd name="connsiteY7" fmla="*/ 10800 h 21600"/>
                <a:gd name="connsiteX8" fmla="*/ 3475 w 21600"/>
                <a:gd name="connsiteY8" fmla="*/ 0 h 21600"/>
                <a:gd name="connsiteX0" fmla="*/ 3475 w 21600"/>
                <a:gd name="connsiteY0" fmla="*/ 0 h 21862"/>
                <a:gd name="connsiteX1" fmla="*/ 11355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153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  <a:gd name="connsiteX0" fmla="*/ 3475 w 21600"/>
                <a:gd name="connsiteY0" fmla="*/ 0 h 21862"/>
                <a:gd name="connsiteX1" fmla="*/ 11355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990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  <a:gd name="connsiteX0" fmla="*/ 3475 w 21600"/>
                <a:gd name="connsiteY0" fmla="*/ 0 h 21862"/>
                <a:gd name="connsiteX1" fmla="*/ 10757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990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00" h="21862">
                  <a:moveTo>
                    <a:pt x="3475" y="0"/>
                  </a:moveTo>
                  <a:lnTo>
                    <a:pt x="10757" y="103"/>
                  </a:lnTo>
                  <a:lnTo>
                    <a:pt x="18125" y="0"/>
                  </a:lnTo>
                  <a:cubicBezTo>
                    <a:pt x="20044" y="0"/>
                    <a:pt x="21600" y="4835"/>
                    <a:pt x="21600" y="10800"/>
                  </a:cubicBezTo>
                  <a:cubicBezTo>
                    <a:pt x="21600" y="16765"/>
                    <a:pt x="19814" y="19809"/>
                    <a:pt x="18125" y="21600"/>
                  </a:cubicBezTo>
                  <a:lnTo>
                    <a:pt x="10990" y="21862"/>
                  </a:lnTo>
                  <a:lnTo>
                    <a:pt x="3475" y="21600"/>
                  </a:lnTo>
                  <a:cubicBezTo>
                    <a:pt x="1556" y="21600"/>
                    <a:pt x="0" y="16765"/>
                    <a:pt x="0" y="10800"/>
                  </a:cubicBezTo>
                  <a:cubicBezTo>
                    <a:pt x="0" y="4835"/>
                    <a:pt x="1556" y="0"/>
                    <a:pt x="3475" y="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a e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9E49DBE-AAB0-6B2F-EB06-32A17BDB690E}"/>
                </a:ext>
              </a:extLst>
            </p:cNvPr>
            <p:cNvCxnSpPr>
              <a:cxnSpLocks/>
              <a:stCxn id="16" idx="5"/>
              <a:endCxn id="14" idx="1"/>
            </p:cNvCxnSpPr>
            <p:nvPr/>
          </p:nvCxnSpPr>
          <p:spPr bwMode="gray">
            <a:xfrm flipH="1">
              <a:off x="5812853" y="3183405"/>
              <a:ext cx="5295" cy="10945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46A24FA-F138-379B-F1C4-664D9A339837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5587427" y="3507858"/>
              <a:ext cx="26567" cy="12691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DDCA5085-78A4-AB4D-FC3E-6D90E77C511E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5737761" y="3513001"/>
              <a:ext cx="0" cy="1217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60D71FF2-248D-5E34-3288-B265333B3C17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5881777" y="3513001"/>
              <a:ext cx="0" cy="1217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9FE8E80C-5DFE-42A5-41E5-378FD9C1EB7C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6002934" y="3507858"/>
              <a:ext cx="22859" cy="12691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98827D2-6202-5D4B-8A1E-17B9DFD8BD00}"/>
                </a:ext>
              </a:extLst>
            </p:cNvPr>
            <p:cNvCxnSpPr>
              <a:cxnSpLocks/>
              <a:stCxn id="16" idx="4"/>
            </p:cNvCxnSpPr>
            <p:nvPr/>
          </p:nvCxnSpPr>
          <p:spPr bwMode="gray">
            <a:xfrm>
              <a:off x="5974123" y="3180430"/>
              <a:ext cx="164978" cy="1017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9BF66BA-CA20-B1AA-0AFF-35CDA2FAC181}"/>
                </a:ext>
              </a:extLst>
            </p:cNvPr>
            <p:cNvCxnSpPr>
              <a:cxnSpLocks/>
              <a:stCxn id="16" idx="6"/>
            </p:cNvCxnSpPr>
            <p:nvPr/>
          </p:nvCxnSpPr>
          <p:spPr bwMode="gray">
            <a:xfrm flipH="1">
              <a:off x="5447679" y="3180430"/>
              <a:ext cx="206188" cy="1047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A4928155-5367-F1D1-EBF0-3DF2EDFA1907}"/>
              </a:ext>
            </a:extLst>
          </p:cNvPr>
          <p:cNvGrpSpPr/>
          <p:nvPr/>
        </p:nvGrpSpPr>
        <p:grpSpPr>
          <a:xfrm>
            <a:off x="6673309" y="2949718"/>
            <a:ext cx="994020" cy="688953"/>
            <a:chOff x="6372200" y="2935136"/>
            <a:chExt cx="994020" cy="688953"/>
          </a:xfrm>
        </p:grpSpPr>
        <p:sp>
          <p:nvSpPr>
            <p:cNvPr id="17" name="Terminator 30">
              <a:extLst>
                <a:ext uri="{FF2B5EF4-FFF2-40B4-BE49-F238E27FC236}">
                  <a16:creationId xmlns:a16="http://schemas.microsoft.com/office/drawing/2014/main" id="{8DA642FD-B0EE-B25D-AE10-FCD50017D5F3}"/>
                </a:ext>
              </a:extLst>
            </p:cNvPr>
            <p:cNvSpPr/>
            <p:nvPr/>
          </p:nvSpPr>
          <p:spPr bwMode="gray">
            <a:xfrm>
              <a:off x="6792766" y="3281152"/>
              <a:ext cx="573454" cy="218644"/>
            </a:xfrm>
            <a:custGeom>
              <a:avLst/>
              <a:gdLst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1600"/>
                <a:gd name="connsiteY0" fmla="*/ 0 h 21600"/>
                <a:gd name="connsiteX1" fmla="*/ 10518 w 21600"/>
                <a:gd name="connsiteY1" fmla="*/ 421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3475 w 21600"/>
                <a:gd name="connsiteY5" fmla="*/ 21600 h 21600"/>
                <a:gd name="connsiteX6" fmla="*/ 0 w 21600"/>
                <a:gd name="connsiteY6" fmla="*/ 10800 h 21600"/>
                <a:gd name="connsiteX7" fmla="*/ 3475 w 21600"/>
                <a:gd name="connsiteY7" fmla="*/ 0 h 21600"/>
                <a:gd name="connsiteX0" fmla="*/ 3475 w 21600"/>
                <a:gd name="connsiteY0" fmla="*/ 214 h 21814"/>
                <a:gd name="connsiteX1" fmla="*/ 11953 w 21600"/>
                <a:gd name="connsiteY1" fmla="*/ 0 h 21814"/>
                <a:gd name="connsiteX2" fmla="*/ 18125 w 21600"/>
                <a:gd name="connsiteY2" fmla="*/ 214 h 21814"/>
                <a:gd name="connsiteX3" fmla="*/ 21600 w 21600"/>
                <a:gd name="connsiteY3" fmla="*/ 11014 h 21814"/>
                <a:gd name="connsiteX4" fmla="*/ 18125 w 21600"/>
                <a:gd name="connsiteY4" fmla="*/ 21814 h 21814"/>
                <a:gd name="connsiteX5" fmla="*/ 3475 w 21600"/>
                <a:gd name="connsiteY5" fmla="*/ 21814 h 21814"/>
                <a:gd name="connsiteX6" fmla="*/ 0 w 21600"/>
                <a:gd name="connsiteY6" fmla="*/ 11014 h 21814"/>
                <a:gd name="connsiteX7" fmla="*/ 3475 w 21600"/>
                <a:gd name="connsiteY7" fmla="*/ 214 h 21814"/>
                <a:gd name="connsiteX0" fmla="*/ 3475 w 21600"/>
                <a:gd name="connsiteY0" fmla="*/ 0 h 21600"/>
                <a:gd name="connsiteX1" fmla="*/ 11355 w 21600"/>
                <a:gd name="connsiteY1" fmla="*/ 103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3475 w 21600"/>
                <a:gd name="connsiteY5" fmla="*/ 21600 h 21600"/>
                <a:gd name="connsiteX6" fmla="*/ 0 w 21600"/>
                <a:gd name="connsiteY6" fmla="*/ 10800 h 21600"/>
                <a:gd name="connsiteX7" fmla="*/ 3475 w 21600"/>
                <a:gd name="connsiteY7" fmla="*/ 0 h 21600"/>
                <a:gd name="connsiteX0" fmla="*/ 3475 w 21600"/>
                <a:gd name="connsiteY0" fmla="*/ 0 h 21600"/>
                <a:gd name="connsiteX1" fmla="*/ 11355 w 21600"/>
                <a:gd name="connsiteY1" fmla="*/ 103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11468 w 21600"/>
                <a:gd name="connsiteY5" fmla="*/ 21545 h 21600"/>
                <a:gd name="connsiteX6" fmla="*/ 3475 w 21600"/>
                <a:gd name="connsiteY6" fmla="*/ 21600 h 21600"/>
                <a:gd name="connsiteX7" fmla="*/ 0 w 21600"/>
                <a:gd name="connsiteY7" fmla="*/ 10800 h 21600"/>
                <a:gd name="connsiteX8" fmla="*/ 3475 w 21600"/>
                <a:gd name="connsiteY8" fmla="*/ 0 h 21600"/>
                <a:gd name="connsiteX0" fmla="*/ 3475 w 21600"/>
                <a:gd name="connsiteY0" fmla="*/ 0 h 21862"/>
                <a:gd name="connsiteX1" fmla="*/ 11355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153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  <a:gd name="connsiteX0" fmla="*/ 3475 w 21600"/>
                <a:gd name="connsiteY0" fmla="*/ 0 h 21862"/>
                <a:gd name="connsiteX1" fmla="*/ 11355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990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  <a:gd name="connsiteX0" fmla="*/ 3475 w 21600"/>
                <a:gd name="connsiteY0" fmla="*/ 0 h 21862"/>
                <a:gd name="connsiteX1" fmla="*/ 10757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990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00" h="21862">
                  <a:moveTo>
                    <a:pt x="3475" y="0"/>
                  </a:moveTo>
                  <a:lnTo>
                    <a:pt x="10757" y="103"/>
                  </a:lnTo>
                  <a:lnTo>
                    <a:pt x="18125" y="0"/>
                  </a:lnTo>
                  <a:cubicBezTo>
                    <a:pt x="20044" y="0"/>
                    <a:pt x="21600" y="4835"/>
                    <a:pt x="21600" y="10800"/>
                  </a:cubicBezTo>
                  <a:cubicBezTo>
                    <a:pt x="21600" y="16765"/>
                    <a:pt x="19814" y="19809"/>
                    <a:pt x="18125" y="21600"/>
                  </a:cubicBezTo>
                  <a:lnTo>
                    <a:pt x="10990" y="21862"/>
                  </a:lnTo>
                  <a:lnTo>
                    <a:pt x="3475" y="21600"/>
                  </a:lnTo>
                  <a:cubicBezTo>
                    <a:pt x="1556" y="21600"/>
                    <a:pt x="0" y="16765"/>
                    <a:pt x="0" y="10800"/>
                  </a:cubicBezTo>
                  <a:cubicBezTo>
                    <a:pt x="0" y="4835"/>
                    <a:pt x="1556" y="0"/>
                    <a:pt x="3475" y="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c d e</a:t>
              </a:r>
            </a:p>
          </p:txBody>
        </p:sp>
        <p:sp>
          <p:nvSpPr>
            <p:cNvPr id="18" name="Terminator 30">
              <a:extLst>
                <a:ext uri="{FF2B5EF4-FFF2-40B4-BE49-F238E27FC236}">
                  <a16:creationId xmlns:a16="http://schemas.microsoft.com/office/drawing/2014/main" id="{213E9611-6E98-6220-095B-4230312CED29}"/>
                </a:ext>
              </a:extLst>
            </p:cNvPr>
            <p:cNvSpPr/>
            <p:nvPr/>
          </p:nvSpPr>
          <p:spPr bwMode="gray">
            <a:xfrm>
              <a:off x="6505204" y="2935136"/>
              <a:ext cx="472186" cy="248269"/>
            </a:xfrm>
            <a:custGeom>
              <a:avLst/>
              <a:gdLst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1600"/>
                <a:gd name="connsiteY0" fmla="*/ 0 h 21600"/>
                <a:gd name="connsiteX1" fmla="*/ 10518 w 21600"/>
                <a:gd name="connsiteY1" fmla="*/ 421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3475 w 21600"/>
                <a:gd name="connsiteY5" fmla="*/ 21600 h 21600"/>
                <a:gd name="connsiteX6" fmla="*/ 0 w 21600"/>
                <a:gd name="connsiteY6" fmla="*/ 10800 h 21600"/>
                <a:gd name="connsiteX7" fmla="*/ 3475 w 21600"/>
                <a:gd name="connsiteY7" fmla="*/ 0 h 21600"/>
                <a:gd name="connsiteX0" fmla="*/ 3475 w 21600"/>
                <a:gd name="connsiteY0" fmla="*/ 214 h 21814"/>
                <a:gd name="connsiteX1" fmla="*/ 11953 w 21600"/>
                <a:gd name="connsiteY1" fmla="*/ 0 h 21814"/>
                <a:gd name="connsiteX2" fmla="*/ 18125 w 21600"/>
                <a:gd name="connsiteY2" fmla="*/ 214 h 21814"/>
                <a:gd name="connsiteX3" fmla="*/ 21600 w 21600"/>
                <a:gd name="connsiteY3" fmla="*/ 11014 h 21814"/>
                <a:gd name="connsiteX4" fmla="*/ 18125 w 21600"/>
                <a:gd name="connsiteY4" fmla="*/ 21814 h 21814"/>
                <a:gd name="connsiteX5" fmla="*/ 3475 w 21600"/>
                <a:gd name="connsiteY5" fmla="*/ 21814 h 21814"/>
                <a:gd name="connsiteX6" fmla="*/ 0 w 21600"/>
                <a:gd name="connsiteY6" fmla="*/ 11014 h 21814"/>
                <a:gd name="connsiteX7" fmla="*/ 3475 w 21600"/>
                <a:gd name="connsiteY7" fmla="*/ 214 h 21814"/>
                <a:gd name="connsiteX0" fmla="*/ 3475 w 21600"/>
                <a:gd name="connsiteY0" fmla="*/ 0 h 21600"/>
                <a:gd name="connsiteX1" fmla="*/ 11355 w 21600"/>
                <a:gd name="connsiteY1" fmla="*/ 103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3475 w 21600"/>
                <a:gd name="connsiteY5" fmla="*/ 21600 h 21600"/>
                <a:gd name="connsiteX6" fmla="*/ 0 w 21600"/>
                <a:gd name="connsiteY6" fmla="*/ 10800 h 21600"/>
                <a:gd name="connsiteX7" fmla="*/ 3475 w 21600"/>
                <a:gd name="connsiteY7" fmla="*/ 0 h 21600"/>
                <a:gd name="connsiteX0" fmla="*/ 3475 w 21600"/>
                <a:gd name="connsiteY0" fmla="*/ 0 h 21600"/>
                <a:gd name="connsiteX1" fmla="*/ 11355 w 21600"/>
                <a:gd name="connsiteY1" fmla="*/ 103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11468 w 21600"/>
                <a:gd name="connsiteY5" fmla="*/ 21545 h 21600"/>
                <a:gd name="connsiteX6" fmla="*/ 3475 w 21600"/>
                <a:gd name="connsiteY6" fmla="*/ 21600 h 21600"/>
                <a:gd name="connsiteX7" fmla="*/ 0 w 21600"/>
                <a:gd name="connsiteY7" fmla="*/ 10800 h 21600"/>
                <a:gd name="connsiteX8" fmla="*/ 3475 w 21600"/>
                <a:gd name="connsiteY8" fmla="*/ 0 h 21600"/>
                <a:gd name="connsiteX0" fmla="*/ 3475 w 21600"/>
                <a:gd name="connsiteY0" fmla="*/ 0 h 21862"/>
                <a:gd name="connsiteX1" fmla="*/ 11355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153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  <a:gd name="connsiteX0" fmla="*/ 3475 w 21600"/>
                <a:gd name="connsiteY0" fmla="*/ 0 h 21862"/>
                <a:gd name="connsiteX1" fmla="*/ 11355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990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  <a:gd name="connsiteX0" fmla="*/ 3475 w 21600"/>
                <a:gd name="connsiteY0" fmla="*/ 0 h 21862"/>
                <a:gd name="connsiteX1" fmla="*/ 10757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990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00" h="21862">
                  <a:moveTo>
                    <a:pt x="3475" y="0"/>
                  </a:moveTo>
                  <a:lnTo>
                    <a:pt x="10757" y="103"/>
                  </a:lnTo>
                  <a:lnTo>
                    <a:pt x="18125" y="0"/>
                  </a:lnTo>
                  <a:cubicBezTo>
                    <a:pt x="20044" y="0"/>
                    <a:pt x="21600" y="4835"/>
                    <a:pt x="21600" y="10800"/>
                  </a:cubicBezTo>
                  <a:cubicBezTo>
                    <a:pt x="21600" y="16765"/>
                    <a:pt x="19814" y="19809"/>
                    <a:pt x="18125" y="21600"/>
                  </a:cubicBezTo>
                  <a:lnTo>
                    <a:pt x="10990" y="21862"/>
                  </a:lnTo>
                  <a:lnTo>
                    <a:pt x="3475" y="21600"/>
                  </a:lnTo>
                  <a:cubicBezTo>
                    <a:pt x="1556" y="21600"/>
                    <a:pt x="0" y="16765"/>
                    <a:pt x="0" y="10800"/>
                  </a:cubicBezTo>
                  <a:cubicBezTo>
                    <a:pt x="0" y="4835"/>
                    <a:pt x="1556" y="0"/>
                    <a:pt x="3475" y="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a b</a:t>
              </a:r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53DD90D-2643-2BCB-888D-60624F127600}"/>
                </a:ext>
              </a:extLst>
            </p:cNvPr>
            <p:cNvCxnSpPr>
              <a:cxnSpLocks/>
              <a:stCxn id="18" idx="4"/>
              <a:endCxn id="17" idx="1"/>
            </p:cNvCxnSpPr>
            <p:nvPr/>
          </p:nvCxnSpPr>
          <p:spPr bwMode="gray">
            <a:xfrm>
              <a:off x="6901425" y="3180430"/>
              <a:ext cx="176926" cy="1017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19F8DEC-6F1A-D519-9EFD-0F33360006EA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6858456" y="3497176"/>
              <a:ext cx="26567" cy="12691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8233D6FB-DBEE-8325-AD64-2D60B9CD8610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008790" y="3502319"/>
              <a:ext cx="0" cy="1217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B8DA0E1C-27FC-2B41-092E-3B1701F3610D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152806" y="3502319"/>
              <a:ext cx="0" cy="1217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3B429F71-DC7C-5308-30A1-DB0B926A665C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273963" y="3497176"/>
              <a:ext cx="22859" cy="12691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788EAE0E-7CF3-6A2F-9F16-3DA7588EB165}"/>
                </a:ext>
              </a:extLst>
            </p:cNvPr>
            <p:cNvCxnSpPr>
              <a:cxnSpLocks/>
              <a:stCxn id="18" idx="5"/>
            </p:cNvCxnSpPr>
            <p:nvPr/>
          </p:nvCxnSpPr>
          <p:spPr bwMode="gray">
            <a:xfrm flipH="1">
              <a:off x="6735789" y="3183405"/>
              <a:ext cx="9661" cy="10517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4FD39AB9-57B2-77EA-860A-C639D059E584}"/>
                </a:ext>
              </a:extLst>
            </p:cNvPr>
            <p:cNvCxnSpPr>
              <a:cxnSpLocks/>
              <a:stCxn id="18" idx="6"/>
            </p:cNvCxnSpPr>
            <p:nvPr/>
          </p:nvCxnSpPr>
          <p:spPr bwMode="gray">
            <a:xfrm flipH="1">
              <a:off x="6372200" y="3180430"/>
              <a:ext cx="208969" cy="10424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6721142D-1F1D-1493-78DB-6D4A60E5CED3}"/>
              </a:ext>
            </a:extLst>
          </p:cNvPr>
          <p:cNvGrpSpPr/>
          <p:nvPr/>
        </p:nvGrpSpPr>
        <p:grpSpPr>
          <a:xfrm>
            <a:off x="283832" y="4287759"/>
            <a:ext cx="965017" cy="597378"/>
            <a:chOff x="283832" y="4330708"/>
            <a:chExt cx="965017" cy="597378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A8D53BA4-4A4F-F2ED-EEDB-ECE658A0316A}"/>
                </a:ext>
              </a:extLst>
            </p:cNvPr>
            <p:cNvSpPr/>
            <p:nvPr/>
          </p:nvSpPr>
          <p:spPr bwMode="gray">
            <a:xfrm>
              <a:off x="654763" y="4330708"/>
              <a:ext cx="216024" cy="21602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b</a:t>
              </a:r>
            </a:p>
          </p:txBody>
        </p: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A2D11E7B-6D43-82A4-813F-36FC0DD7B10B}"/>
                </a:ext>
              </a:extLst>
            </p:cNvPr>
            <p:cNvCxnSpPr>
              <a:cxnSpLocks/>
              <a:stCxn id="90" idx="3"/>
              <a:endCxn id="93" idx="7"/>
            </p:cNvCxnSpPr>
            <p:nvPr/>
          </p:nvCxnSpPr>
          <p:spPr bwMode="gray">
            <a:xfrm flipH="1">
              <a:off x="528165" y="4515096"/>
              <a:ext cx="158234" cy="16383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F17C0359-549A-B09E-B75C-0214E42CC02C}"/>
                </a:ext>
              </a:extLst>
            </p:cNvPr>
            <p:cNvCxnSpPr>
              <a:cxnSpLocks/>
              <a:stCxn id="90" idx="5"/>
              <a:endCxn id="96" idx="1"/>
            </p:cNvCxnSpPr>
            <p:nvPr/>
          </p:nvCxnSpPr>
          <p:spPr bwMode="gray">
            <a:xfrm>
              <a:off x="839151" y="4515096"/>
              <a:ext cx="164085" cy="16553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DAF30FF9-CA32-F2AF-64E0-F198A72535FC}"/>
                </a:ext>
              </a:extLst>
            </p:cNvPr>
            <p:cNvSpPr/>
            <p:nvPr/>
          </p:nvSpPr>
          <p:spPr bwMode="gray">
            <a:xfrm>
              <a:off x="343777" y="4647291"/>
              <a:ext cx="216024" cy="21602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9FB2848B-218B-37DA-1FB6-A71DB9703C7C}"/>
                </a:ext>
              </a:extLst>
            </p:cNvPr>
            <p:cNvCxnSpPr>
              <a:cxnSpLocks/>
              <a:stCxn id="93" idx="3"/>
            </p:cNvCxnSpPr>
            <p:nvPr/>
          </p:nvCxnSpPr>
          <p:spPr bwMode="gray">
            <a:xfrm flipH="1">
              <a:off x="283832" y="4831679"/>
              <a:ext cx="91581" cy="9212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BCBFF531-0C42-BA5E-1142-993E200EB449}"/>
                </a:ext>
              </a:extLst>
            </p:cNvPr>
            <p:cNvCxnSpPr>
              <a:cxnSpLocks/>
              <a:stCxn id="93" idx="5"/>
            </p:cNvCxnSpPr>
            <p:nvPr/>
          </p:nvCxnSpPr>
          <p:spPr bwMode="gray">
            <a:xfrm>
              <a:off x="528165" y="4831679"/>
              <a:ext cx="91581" cy="9212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682C95FF-0A10-D386-30D9-505788AE40F6}"/>
                </a:ext>
              </a:extLst>
            </p:cNvPr>
            <p:cNvSpPr/>
            <p:nvPr/>
          </p:nvSpPr>
          <p:spPr bwMode="gray">
            <a:xfrm>
              <a:off x="971600" y="4648991"/>
              <a:ext cx="216024" cy="21602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c</a:t>
              </a:r>
            </a:p>
          </p:txBody>
        </p: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FD59B424-A3FE-C58B-542B-8A5C83646F1A}"/>
                </a:ext>
              </a:extLst>
            </p:cNvPr>
            <p:cNvCxnSpPr>
              <a:cxnSpLocks/>
              <a:stCxn id="96" idx="3"/>
            </p:cNvCxnSpPr>
            <p:nvPr/>
          </p:nvCxnSpPr>
          <p:spPr bwMode="gray">
            <a:xfrm flipH="1">
              <a:off x="912935" y="4833379"/>
              <a:ext cx="90301" cy="947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EE6FB75B-C357-B5D2-4181-8714B5F9C201}"/>
                </a:ext>
              </a:extLst>
            </p:cNvPr>
            <p:cNvCxnSpPr>
              <a:cxnSpLocks/>
              <a:stCxn id="96" idx="5"/>
            </p:cNvCxnSpPr>
            <p:nvPr/>
          </p:nvCxnSpPr>
          <p:spPr bwMode="gray">
            <a:xfrm>
              <a:off x="1155988" y="4833379"/>
              <a:ext cx="92861" cy="947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EFC40882-3B9A-7697-112D-5E5C2E6418DA}"/>
              </a:ext>
            </a:extLst>
          </p:cNvPr>
          <p:cNvGrpSpPr/>
          <p:nvPr/>
        </p:nvGrpSpPr>
        <p:grpSpPr>
          <a:xfrm>
            <a:off x="1755476" y="4287759"/>
            <a:ext cx="847485" cy="633429"/>
            <a:chOff x="1564275" y="4314585"/>
            <a:chExt cx="847485" cy="633429"/>
          </a:xfrm>
        </p:grpSpPr>
        <p:sp>
          <p:nvSpPr>
            <p:cNvPr id="101" name="Terminator 30">
              <a:extLst>
                <a:ext uri="{FF2B5EF4-FFF2-40B4-BE49-F238E27FC236}">
                  <a16:creationId xmlns:a16="http://schemas.microsoft.com/office/drawing/2014/main" id="{05F726E3-EBDA-8293-6A8B-AC3DFCC6ED83}"/>
                </a:ext>
              </a:extLst>
            </p:cNvPr>
            <p:cNvSpPr/>
            <p:nvPr/>
          </p:nvSpPr>
          <p:spPr bwMode="gray">
            <a:xfrm>
              <a:off x="1939574" y="4314585"/>
              <a:ext cx="472186" cy="248269"/>
            </a:xfrm>
            <a:custGeom>
              <a:avLst/>
              <a:gdLst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1600"/>
                <a:gd name="connsiteY0" fmla="*/ 0 h 21600"/>
                <a:gd name="connsiteX1" fmla="*/ 10518 w 21600"/>
                <a:gd name="connsiteY1" fmla="*/ 421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3475 w 21600"/>
                <a:gd name="connsiteY5" fmla="*/ 21600 h 21600"/>
                <a:gd name="connsiteX6" fmla="*/ 0 w 21600"/>
                <a:gd name="connsiteY6" fmla="*/ 10800 h 21600"/>
                <a:gd name="connsiteX7" fmla="*/ 3475 w 21600"/>
                <a:gd name="connsiteY7" fmla="*/ 0 h 21600"/>
                <a:gd name="connsiteX0" fmla="*/ 3475 w 21600"/>
                <a:gd name="connsiteY0" fmla="*/ 214 h 21814"/>
                <a:gd name="connsiteX1" fmla="*/ 11953 w 21600"/>
                <a:gd name="connsiteY1" fmla="*/ 0 h 21814"/>
                <a:gd name="connsiteX2" fmla="*/ 18125 w 21600"/>
                <a:gd name="connsiteY2" fmla="*/ 214 h 21814"/>
                <a:gd name="connsiteX3" fmla="*/ 21600 w 21600"/>
                <a:gd name="connsiteY3" fmla="*/ 11014 h 21814"/>
                <a:gd name="connsiteX4" fmla="*/ 18125 w 21600"/>
                <a:gd name="connsiteY4" fmla="*/ 21814 h 21814"/>
                <a:gd name="connsiteX5" fmla="*/ 3475 w 21600"/>
                <a:gd name="connsiteY5" fmla="*/ 21814 h 21814"/>
                <a:gd name="connsiteX6" fmla="*/ 0 w 21600"/>
                <a:gd name="connsiteY6" fmla="*/ 11014 h 21814"/>
                <a:gd name="connsiteX7" fmla="*/ 3475 w 21600"/>
                <a:gd name="connsiteY7" fmla="*/ 214 h 21814"/>
                <a:gd name="connsiteX0" fmla="*/ 3475 w 21600"/>
                <a:gd name="connsiteY0" fmla="*/ 0 h 21600"/>
                <a:gd name="connsiteX1" fmla="*/ 11355 w 21600"/>
                <a:gd name="connsiteY1" fmla="*/ 103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3475 w 21600"/>
                <a:gd name="connsiteY5" fmla="*/ 21600 h 21600"/>
                <a:gd name="connsiteX6" fmla="*/ 0 w 21600"/>
                <a:gd name="connsiteY6" fmla="*/ 10800 h 21600"/>
                <a:gd name="connsiteX7" fmla="*/ 3475 w 21600"/>
                <a:gd name="connsiteY7" fmla="*/ 0 h 21600"/>
                <a:gd name="connsiteX0" fmla="*/ 3475 w 21600"/>
                <a:gd name="connsiteY0" fmla="*/ 0 h 21600"/>
                <a:gd name="connsiteX1" fmla="*/ 11355 w 21600"/>
                <a:gd name="connsiteY1" fmla="*/ 103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11468 w 21600"/>
                <a:gd name="connsiteY5" fmla="*/ 21545 h 21600"/>
                <a:gd name="connsiteX6" fmla="*/ 3475 w 21600"/>
                <a:gd name="connsiteY6" fmla="*/ 21600 h 21600"/>
                <a:gd name="connsiteX7" fmla="*/ 0 w 21600"/>
                <a:gd name="connsiteY7" fmla="*/ 10800 h 21600"/>
                <a:gd name="connsiteX8" fmla="*/ 3475 w 21600"/>
                <a:gd name="connsiteY8" fmla="*/ 0 h 21600"/>
                <a:gd name="connsiteX0" fmla="*/ 3475 w 21600"/>
                <a:gd name="connsiteY0" fmla="*/ 0 h 21862"/>
                <a:gd name="connsiteX1" fmla="*/ 11355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153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  <a:gd name="connsiteX0" fmla="*/ 3475 w 21600"/>
                <a:gd name="connsiteY0" fmla="*/ 0 h 21862"/>
                <a:gd name="connsiteX1" fmla="*/ 11355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990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  <a:gd name="connsiteX0" fmla="*/ 3475 w 21600"/>
                <a:gd name="connsiteY0" fmla="*/ 0 h 21862"/>
                <a:gd name="connsiteX1" fmla="*/ 10757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990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00" h="21862">
                  <a:moveTo>
                    <a:pt x="3475" y="0"/>
                  </a:moveTo>
                  <a:lnTo>
                    <a:pt x="10757" y="103"/>
                  </a:lnTo>
                  <a:lnTo>
                    <a:pt x="18125" y="0"/>
                  </a:lnTo>
                  <a:cubicBezTo>
                    <a:pt x="20044" y="0"/>
                    <a:pt x="21600" y="4835"/>
                    <a:pt x="21600" y="10800"/>
                  </a:cubicBezTo>
                  <a:cubicBezTo>
                    <a:pt x="21600" y="16765"/>
                    <a:pt x="19814" y="19809"/>
                    <a:pt x="18125" y="21600"/>
                  </a:cubicBezTo>
                  <a:lnTo>
                    <a:pt x="10990" y="21862"/>
                  </a:lnTo>
                  <a:lnTo>
                    <a:pt x="3475" y="21600"/>
                  </a:lnTo>
                  <a:cubicBezTo>
                    <a:pt x="1556" y="21600"/>
                    <a:pt x="0" y="16765"/>
                    <a:pt x="0" y="10800"/>
                  </a:cubicBezTo>
                  <a:cubicBezTo>
                    <a:pt x="0" y="4835"/>
                    <a:pt x="1556" y="0"/>
                    <a:pt x="3475" y="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b d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B9EC50DC-03CF-E870-E31C-6B60B8F441AB}"/>
                </a:ext>
              </a:extLst>
            </p:cNvPr>
            <p:cNvSpPr/>
            <p:nvPr/>
          </p:nvSpPr>
          <p:spPr bwMode="gray">
            <a:xfrm>
              <a:off x="1624220" y="4667219"/>
              <a:ext cx="216024" cy="21602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1FBAE360-D373-9373-200D-FFFF5D1E2B89}"/>
                </a:ext>
              </a:extLst>
            </p:cNvPr>
            <p:cNvCxnSpPr>
              <a:cxnSpLocks/>
              <a:stCxn id="119" idx="3"/>
            </p:cNvCxnSpPr>
            <p:nvPr/>
          </p:nvCxnSpPr>
          <p:spPr bwMode="gray">
            <a:xfrm flipH="1">
              <a:off x="1564275" y="4851607"/>
              <a:ext cx="91581" cy="9212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1210E8DB-BC82-A76E-BBC0-04B3C13C4C7D}"/>
                </a:ext>
              </a:extLst>
            </p:cNvPr>
            <p:cNvCxnSpPr>
              <a:cxnSpLocks/>
              <a:stCxn id="119" idx="5"/>
            </p:cNvCxnSpPr>
            <p:nvPr/>
          </p:nvCxnSpPr>
          <p:spPr bwMode="gray">
            <a:xfrm>
              <a:off x="1808608" y="4851607"/>
              <a:ext cx="91581" cy="9212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4EC94E2D-508A-F293-BE9E-C68233EC1765}"/>
                </a:ext>
              </a:extLst>
            </p:cNvPr>
            <p:cNvSpPr/>
            <p:nvPr/>
          </p:nvSpPr>
          <p:spPr bwMode="gray">
            <a:xfrm>
              <a:off x="2072119" y="4668919"/>
              <a:ext cx="216024" cy="21602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c</a:t>
              </a:r>
            </a:p>
          </p:txBody>
        </p: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4BF1AFFC-70EB-0F30-4741-C0B46C834715}"/>
                </a:ext>
              </a:extLst>
            </p:cNvPr>
            <p:cNvCxnSpPr>
              <a:cxnSpLocks/>
              <a:stCxn id="122" idx="3"/>
            </p:cNvCxnSpPr>
            <p:nvPr/>
          </p:nvCxnSpPr>
          <p:spPr bwMode="gray">
            <a:xfrm flipH="1">
              <a:off x="2013454" y="4853307"/>
              <a:ext cx="90301" cy="947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789D3B8-FEE7-C745-B305-3EA9A9EADC97}"/>
                </a:ext>
              </a:extLst>
            </p:cNvPr>
            <p:cNvCxnSpPr>
              <a:cxnSpLocks/>
              <a:stCxn id="122" idx="5"/>
            </p:cNvCxnSpPr>
            <p:nvPr/>
          </p:nvCxnSpPr>
          <p:spPr bwMode="gray">
            <a:xfrm>
              <a:off x="2256507" y="4853307"/>
              <a:ext cx="92861" cy="947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45F2B903-DE5C-93BC-1263-513FC5003C5C}"/>
                </a:ext>
              </a:extLst>
            </p:cNvPr>
            <p:cNvCxnSpPr>
              <a:cxnSpLocks/>
              <a:stCxn id="101" idx="6"/>
              <a:endCxn id="119" idx="7"/>
            </p:cNvCxnSpPr>
            <p:nvPr/>
          </p:nvCxnSpPr>
          <p:spPr bwMode="gray">
            <a:xfrm flipH="1">
              <a:off x="1808608" y="4559879"/>
              <a:ext cx="206931" cy="13897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1F0CF365-62BA-931F-77D4-307F6D1F03AC}"/>
                </a:ext>
              </a:extLst>
            </p:cNvPr>
            <p:cNvCxnSpPr>
              <a:cxnSpLocks/>
              <a:stCxn id="101" idx="5"/>
              <a:endCxn id="122" idx="0"/>
            </p:cNvCxnSpPr>
            <p:nvPr/>
          </p:nvCxnSpPr>
          <p:spPr bwMode="gray">
            <a:xfrm>
              <a:off x="2179820" y="4562854"/>
              <a:ext cx="311" cy="106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977674B3-6D74-43DA-E932-8DDADEB8E6B9}"/>
              </a:ext>
            </a:extLst>
          </p:cNvPr>
          <p:cNvGrpSpPr/>
          <p:nvPr/>
        </p:nvGrpSpPr>
        <p:grpSpPr>
          <a:xfrm>
            <a:off x="2927932" y="4287759"/>
            <a:ext cx="842275" cy="633429"/>
            <a:chOff x="2843808" y="4311610"/>
            <a:chExt cx="842275" cy="633429"/>
          </a:xfrm>
        </p:grpSpPr>
        <p:sp>
          <p:nvSpPr>
            <p:cNvPr id="131" name="Terminator 30">
              <a:extLst>
                <a:ext uri="{FF2B5EF4-FFF2-40B4-BE49-F238E27FC236}">
                  <a16:creationId xmlns:a16="http://schemas.microsoft.com/office/drawing/2014/main" id="{7A2FAC48-B59A-2C9B-F97F-132C9BF9ED69}"/>
                </a:ext>
              </a:extLst>
            </p:cNvPr>
            <p:cNvSpPr/>
            <p:nvPr/>
          </p:nvSpPr>
          <p:spPr bwMode="gray">
            <a:xfrm>
              <a:off x="2843808" y="4311610"/>
              <a:ext cx="472186" cy="248269"/>
            </a:xfrm>
            <a:custGeom>
              <a:avLst/>
              <a:gdLst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1600"/>
                <a:gd name="connsiteY0" fmla="*/ 0 h 21600"/>
                <a:gd name="connsiteX1" fmla="*/ 10518 w 21600"/>
                <a:gd name="connsiteY1" fmla="*/ 421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3475 w 21600"/>
                <a:gd name="connsiteY5" fmla="*/ 21600 h 21600"/>
                <a:gd name="connsiteX6" fmla="*/ 0 w 21600"/>
                <a:gd name="connsiteY6" fmla="*/ 10800 h 21600"/>
                <a:gd name="connsiteX7" fmla="*/ 3475 w 21600"/>
                <a:gd name="connsiteY7" fmla="*/ 0 h 21600"/>
                <a:gd name="connsiteX0" fmla="*/ 3475 w 21600"/>
                <a:gd name="connsiteY0" fmla="*/ 214 h 21814"/>
                <a:gd name="connsiteX1" fmla="*/ 11953 w 21600"/>
                <a:gd name="connsiteY1" fmla="*/ 0 h 21814"/>
                <a:gd name="connsiteX2" fmla="*/ 18125 w 21600"/>
                <a:gd name="connsiteY2" fmla="*/ 214 h 21814"/>
                <a:gd name="connsiteX3" fmla="*/ 21600 w 21600"/>
                <a:gd name="connsiteY3" fmla="*/ 11014 h 21814"/>
                <a:gd name="connsiteX4" fmla="*/ 18125 w 21600"/>
                <a:gd name="connsiteY4" fmla="*/ 21814 h 21814"/>
                <a:gd name="connsiteX5" fmla="*/ 3475 w 21600"/>
                <a:gd name="connsiteY5" fmla="*/ 21814 h 21814"/>
                <a:gd name="connsiteX6" fmla="*/ 0 w 21600"/>
                <a:gd name="connsiteY6" fmla="*/ 11014 h 21814"/>
                <a:gd name="connsiteX7" fmla="*/ 3475 w 21600"/>
                <a:gd name="connsiteY7" fmla="*/ 214 h 21814"/>
                <a:gd name="connsiteX0" fmla="*/ 3475 w 21600"/>
                <a:gd name="connsiteY0" fmla="*/ 0 h 21600"/>
                <a:gd name="connsiteX1" fmla="*/ 11355 w 21600"/>
                <a:gd name="connsiteY1" fmla="*/ 103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3475 w 21600"/>
                <a:gd name="connsiteY5" fmla="*/ 21600 h 21600"/>
                <a:gd name="connsiteX6" fmla="*/ 0 w 21600"/>
                <a:gd name="connsiteY6" fmla="*/ 10800 h 21600"/>
                <a:gd name="connsiteX7" fmla="*/ 3475 w 21600"/>
                <a:gd name="connsiteY7" fmla="*/ 0 h 21600"/>
                <a:gd name="connsiteX0" fmla="*/ 3475 w 21600"/>
                <a:gd name="connsiteY0" fmla="*/ 0 h 21600"/>
                <a:gd name="connsiteX1" fmla="*/ 11355 w 21600"/>
                <a:gd name="connsiteY1" fmla="*/ 103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11468 w 21600"/>
                <a:gd name="connsiteY5" fmla="*/ 21545 h 21600"/>
                <a:gd name="connsiteX6" fmla="*/ 3475 w 21600"/>
                <a:gd name="connsiteY6" fmla="*/ 21600 h 21600"/>
                <a:gd name="connsiteX7" fmla="*/ 0 w 21600"/>
                <a:gd name="connsiteY7" fmla="*/ 10800 h 21600"/>
                <a:gd name="connsiteX8" fmla="*/ 3475 w 21600"/>
                <a:gd name="connsiteY8" fmla="*/ 0 h 21600"/>
                <a:gd name="connsiteX0" fmla="*/ 3475 w 21600"/>
                <a:gd name="connsiteY0" fmla="*/ 0 h 21862"/>
                <a:gd name="connsiteX1" fmla="*/ 11355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153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  <a:gd name="connsiteX0" fmla="*/ 3475 w 21600"/>
                <a:gd name="connsiteY0" fmla="*/ 0 h 21862"/>
                <a:gd name="connsiteX1" fmla="*/ 11355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990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  <a:gd name="connsiteX0" fmla="*/ 3475 w 21600"/>
                <a:gd name="connsiteY0" fmla="*/ 0 h 21862"/>
                <a:gd name="connsiteX1" fmla="*/ 10757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990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00" h="21862">
                  <a:moveTo>
                    <a:pt x="3475" y="0"/>
                  </a:moveTo>
                  <a:lnTo>
                    <a:pt x="10757" y="103"/>
                  </a:lnTo>
                  <a:lnTo>
                    <a:pt x="18125" y="0"/>
                  </a:lnTo>
                  <a:cubicBezTo>
                    <a:pt x="20044" y="0"/>
                    <a:pt x="21600" y="4835"/>
                    <a:pt x="21600" y="10800"/>
                  </a:cubicBezTo>
                  <a:cubicBezTo>
                    <a:pt x="21600" y="16765"/>
                    <a:pt x="19814" y="19809"/>
                    <a:pt x="18125" y="21600"/>
                  </a:cubicBezTo>
                  <a:lnTo>
                    <a:pt x="10990" y="21862"/>
                  </a:lnTo>
                  <a:lnTo>
                    <a:pt x="3475" y="21600"/>
                  </a:lnTo>
                  <a:cubicBezTo>
                    <a:pt x="1556" y="21600"/>
                    <a:pt x="0" y="16765"/>
                    <a:pt x="0" y="10800"/>
                  </a:cubicBezTo>
                  <a:cubicBezTo>
                    <a:pt x="0" y="4835"/>
                    <a:pt x="1556" y="0"/>
                    <a:pt x="3475" y="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a c</a:t>
              </a:r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E59601C9-0F78-4523-7D94-688AAE3DB314}"/>
                </a:ext>
              </a:extLst>
            </p:cNvPr>
            <p:cNvSpPr/>
            <p:nvPr/>
          </p:nvSpPr>
          <p:spPr bwMode="gray">
            <a:xfrm>
              <a:off x="3410114" y="4664244"/>
              <a:ext cx="216024" cy="21602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d</a:t>
              </a:r>
            </a:p>
          </p:txBody>
        </p: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B9C681A3-A91A-2667-7A5B-69654DB37BFD}"/>
                </a:ext>
              </a:extLst>
            </p:cNvPr>
            <p:cNvCxnSpPr>
              <a:cxnSpLocks/>
              <a:stCxn id="132" idx="3"/>
            </p:cNvCxnSpPr>
            <p:nvPr/>
          </p:nvCxnSpPr>
          <p:spPr bwMode="gray">
            <a:xfrm flipH="1">
              <a:off x="3350169" y="4848632"/>
              <a:ext cx="91581" cy="9212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582A7EA9-28A9-F3CB-E111-E84184468FE4}"/>
                </a:ext>
              </a:extLst>
            </p:cNvPr>
            <p:cNvCxnSpPr>
              <a:cxnSpLocks/>
              <a:stCxn id="132" idx="5"/>
            </p:cNvCxnSpPr>
            <p:nvPr/>
          </p:nvCxnSpPr>
          <p:spPr bwMode="gray">
            <a:xfrm>
              <a:off x="3594502" y="4848632"/>
              <a:ext cx="91581" cy="9212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BF51DE64-2D9C-DD0D-A7BF-B335D7099AD0}"/>
                </a:ext>
              </a:extLst>
            </p:cNvPr>
            <p:cNvSpPr/>
            <p:nvPr/>
          </p:nvSpPr>
          <p:spPr bwMode="gray">
            <a:xfrm>
              <a:off x="2976353" y="4665944"/>
              <a:ext cx="216024" cy="21602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b</a:t>
              </a:r>
            </a:p>
          </p:txBody>
        </p: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F9EDD852-6087-A328-47E7-53A271675BBD}"/>
                </a:ext>
              </a:extLst>
            </p:cNvPr>
            <p:cNvCxnSpPr>
              <a:cxnSpLocks/>
              <a:stCxn id="135" idx="3"/>
            </p:cNvCxnSpPr>
            <p:nvPr/>
          </p:nvCxnSpPr>
          <p:spPr bwMode="gray">
            <a:xfrm flipH="1">
              <a:off x="2917688" y="4850332"/>
              <a:ext cx="90301" cy="947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8DF96E0E-EBD5-8043-DDF5-806607E1E8C6}"/>
                </a:ext>
              </a:extLst>
            </p:cNvPr>
            <p:cNvCxnSpPr>
              <a:cxnSpLocks/>
              <a:stCxn id="135" idx="5"/>
            </p:cNvCxnSpPr>
            <p:nvPr/>
          </p:nvCxnSpPr>
          <p:spPr bwMode="gray">
            <a:xfrm>
              <a:off x="3160741" y="4850332"/>
              <a:ext cx="92861" cy="947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3E72F59A-2647-4B96-28AB-A316553700C7}"/>
                </a:ext>
              </a:extLst>
            </p:cNvPr>
            <p:cNvCxnSpPr>
              <a:cxnSpLocks/>
              <a:stCxn id="131" idx="4"/>
              <a:endCxn id="132" idx="1"/>
            </p:cNvCxnSpPr>
            <p:nvPr/>
          </p:nvCxnSpPr>
          <p:spPr bwMode="gray">
            <a:xfrm>
              <a:off x="3240029" y="4556904"/>
              <a:ext cx="201721" cy="13897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A94BAD7D-09E8-4A75-622C-DF91EA1EEA49}"/>
                </a:ext>
              </a:extLst>
            </p:cNvPr>
            <p:cNvCxnSpPr>
              <a:cxnSpLocks/>
              <a:stCxn id="131" idx="5"/>
              <a:endCxn id="135" idx="0"/>
            </p:cNvCxnSpPr>
            <p:nvPr/>
          </p:nvCxnSpPr>
          <p:spPr bwMode="gray">
            <a:xfrm>
              <a:off x="3084054" y="4559879"/>
              <a:ext cx="311" cy="106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7979091B-2ACA-B73A-DEB7-F0AEDED847F7}"/>
              </a:ext>
            </a:extLst>
          </p:cNvPr>
          <p:cNvGrpSpPr/>
          <p:nvPr/>
        </p:nvGrpSpPr>
        <p:grpSpPr>
          <a:xfrm>
            <a:off x="4355569" y="4287759"/>
            <a:ext cx="1008519" cy="598526"/>
            <a:chOff x="3970606" y="4287759"/>
            <a:chExt cx="1008519" cy="598526"/>
          </a:xfrm>
        </p:grpSpPr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B19B048A-6A35-8C62-53FD-5B9B83FE9393}"/>
                </a:ext>
              </a:extLst>
            </p:cNvPr>
            <p:cNvSpPr/>
            <p:nvPr/>
          </p:nvSpPr>
          <p:spPr bwMode="gray">
            <a:xfrm>
              <a:off x="4030551" y="4605490"/>
              <a:ext cx="216024" cy="21602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020438C7-EEF1-90DC-407E-C4D82315E4DE}"/>
                </a:ext>
              </a:extLst>
            </p:cNvPr>
            <p:cNvCxnSpPr>
              <a:cxnSpLocks/>
              <a:stCxn id="143" idx="3"/>
            </p:cNvCxnSpPr>
            <p:nvPr/>
          </p:nvCxnSpPr>
          <p:spPr bwMode="gray">
            <a:xfrm flipH="1">
              <a:off x="3970606" y="4789878"/>
              <a:ext cx="91581" cy="9212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B77B0531-E499-A167-2EA8-C64F2C245599}"/>
                </a:ext>
              </a:extLst>
            </p:cNvPr>
            <p:cNvCxnSpPr>
              <a:cxnSpLocks/>
              <a:stCxn id="143" idx="5"/>
            </p:cNvCxnSpPr>
            <p:nvPr/>
          </p:nvCxnSpPr>
          <p:spPr bwMode="gray">
            <a:xfrm>
              <a:off x="4214939" y="4789878"/>
              <a:ext cx="91581" cy="9212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AE3CD54C-94C4-B2F5-06BF-DE5A62377320}"/>
                </a:ext>
              </a:extLst>
            </p:cNvPr>
            <p:cNvSpPr/>
            <p:nvPr/>
          </p:nvSpPr>
          <p:spPr bwMode="gray">
            <a:xfrm>
              <a:off x="4486649" y="4607190"/>
              <a:ext cx="216024" cy="21602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c</a:t>
              </a:r>
            </a:p>
          </p:txBody>
        </p: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752FF2D-ED86-B1EE-BB8B-657EC3132C2F}"/>
                </a:ext>
              </a:extLst>
            </p:cNvPr>
            <p:cNvCxnSpPr>
              <a:cxnSpLocks/>
              <a:stCxn id="146" idx="3"/>
            </p:cNvCxnSpPr>
            <p:nvPr/>
          </p:nvCxnSpPr>
          <p:spPr bwMode="gray">
            <a:xfrm flipH="1">
              <a:off x="4427984" y="4791578"/>
              <a:ext cx="90301" cy="947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FD5FE0C8-B1C2-09CF-3FCF-676974A5F833}"/>
                </a:ext>
              </a:extLst>
            </p:cNvPr>
            <p:cNvCxnSpPr>
              <a:cxnSpLocks/>
              <a:stCxn id="146" idx="5"/>
            </p:cNvCxnSpPr>
            <p:nvPr/>
          </p:nvCxnSpPr>
          <p:spPr bwMode="gray">
            <a:xfrm>
              <a:off x="4671037" y="4791578"/>
              <a:ext cx="92861" cy="947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41F57C11-5A79-B854-95CB-39FEB557B960}"/>
                </a:ext>
              </a:extLst>
            </p:cNvPr>
            <p:cNvCxnSpPr>
              <a:cxnSpLocks/>
              <a:endCxn id="143" idx="7"/>
            </p:cNvCxnSpPr>
            <p:nvPr/>
          </p:nvCxnSpPr>
          <p:spPr bwMode="gray">
            <a:xfrm flipH="1">
              <a:off x="4214939" y="4498150"/>
              <a:ext cx="206931" cy="13897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A0DE6B83-7C10-2E46-6137-C61A61E7718A}"/>
                </a:ext>
              </a:extLst>
            </p:cNvPr>
            <p:cNvCxnSpPr>
              <a:cxnSpLocks/>
              <a:endCxn id="146" idx="0"/>
            </p:cNvCxnSpPr>
            <p:nvPr/>
          </p:nvCxnSpPr>
          <p:spPr bwMode="gray">
            <a:xfrm>
              <a:off x="4594350" y="4501125"/>
              <a:ext cx="311" cy="106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18D766CB-3352-8801-2870-016C912DEBB2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4702051" y="4496677"/>
              <a:ext cx="92203" cy="11623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FFDC07A2-CF9D-9F8F-64E3-114832D80A61}"/>
                </a:ext>
              </a:extLst>
            </p:cNvPr>
            <p:cNvCxnSpPr>
              <a:cxnSpLocks/>
              <a:stCxn id="142" idx="4"/>
            </p:cNvCxnSpPr>
            <p:nvPr/>
          </p:nvCxnSpPr>
          <p:spPr bwMode="gray">
            <a:xfrm>
              <a:off x="4826462" y="4503783"/>
              <a:ext cx="152663" cy="10912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Terminator 30">
              <a:extLst>
                <a:ext uri="{FF2B5EF4-FFF2-40B4-BE49-F238E27FC236}">
                  <a16:creationId xmlns:a16="http://schemas.microsoft.com/office/drawing/2014/main" id="{C3F95F7B-09AD-3363-5962-40D8385C8B7B}"/>
                </a:ext>
              </a:extLst>
            </p:cNvPr>
            <p:cNvSpPr/>
            <p:nvPr/>
          </p:nvSpPr>
          <p:spPr bwMode="gray">
            <a:xfrm>
              <a:off x="4306520" y="4287759"/>
              <a:ext cx="619628" cy="218644"/>
            </a:xfrm>
            <a:custGeom>
              <a:avLst/>
              <a:gdLst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1600"/>
                <a:gd name="connsiteY0" fmla="*/ 0 h 21600"/>
                <a:gd name="connsiteX1" fmla="*/ 10518 w 21600"/>
                <a:gd name="connsiteY1" fmla="*/ 421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3475 w 21600"/>
                <a:gd name="connsiteY5" fmla="*/ 21600 h 21600"/>
                <a:gd name="connsiteX6" fmla="*/ 0 w 21600"/>
                <a:gd name="connsiteY6" fmla="*/ 10800 h 21600"/>
                <a:gd name="connsiteX7" fmla="*/ 3475 w 21600"/>
                <a:gd name="connsiteY7" fmla="*/ 0 h 21600"/>
                <a:gd name="connsiteX0" fmla="*/ 3475 w 21600"/>
                <a:gd name="connsiteY0" fmla="*/ 214 h 21814"/>
                <a:gd name="connsiteX1" fmla="*/ 11953 w 21600"/>
                <a:gd name="connsiteY1" fmla="*/ 0 h 21814"/>
                <a:gd name="connsiteX2" fmla="*/ 18125 w 21600"/>
                <a:gd name="connsiteY2" fmla="*/ 214 h 21814"/>
                <a:gd name="connsiteX3" fmla="*/ 21600 w 21600"/>
                <a:gd name="connsiteY3" fmla="*/ 11014 h 21814"/>
                <a:gd name="connsiteX4" fmla="*/ 18125 w 21600"/>
                <a:gd name="connsiteY4" fmla="*/ 21814 h 21814"/>
                <a:gd name="connsiteX5" fmla="*/ 3475 w 21600"/>
                <a:gd name="connsiteY5" fmla="*/ 21814 h 21814"/>
                <a:gd name="connsiteX6" fmla="*/ 0 w 21600"/>
                <a:gd name="connsiteY6" fmla="*/ 11014 h 21814"/>
                <a:gd name="connsiteX7" fmla="*/ 3475 w 21600"/>
                <a:gd name="connsiteY7" fmla="*/ 214 h 21814"/>
                <a:gd name="connsiteX0" fmla="*/ 3475 w 21600"/>
                <a:gd name="connsiteY0" fmla="*/ 0 h 21600"/>
                <a:gd name="connsiteX1" fmla="*/ 11355 w 21600"/>
                <a:gd name="connsiteY1" fmla="*/ 103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3475 w 21600"/>
                <a:gd name="connsiteY5" fmla="*/ 21600 h 21600"/>
                <a:gd name="connsiteX6" fmla="*/ 0 w 21600"/>
                <a:gd name="connsiteY6" fmla="*/ 10800 h 21600"/>
                <a:gd name="connsiteX7" fmla="*/ 3475 w 21600"/>
                <a:gd name="connsiteY7" fmla="*/ 0 h 21600"/>
                <a:gd name="connsiteX0" fmla="*/ 3475 w 21600"/>
                <a:gd name="connsiteY0" fmla="*/ 0 h 21600"/>
                <a:gd name="connsiteX1" fmla="*/ 11355 w 21600"/>
                <a:gd name="connsiteY1" fmla="*/ 103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11468 w 21600"/>
                <a:gd name="connsiteY5" fmla="*/ 21545 h 21600"/>
                <a:gd name="connsiteX6" fmla="*/ 3475 w 21600"/>
                <a:gd name="connsiteY6" fmla="*/ 21600 h 21600"/>
                <a:gd name="connsiteX7" fmla="*/ 0 w 21600"/>
                <a:gd name="connsiteY7" fmla="*/ 10800 h 21600"/>
                <a:gd name="connsiteX8" fmla="*/ 3475 w 21600"/>
                <a:gd name="connsiteY8" fmla="*/ 0 h 21600"/>
                <a:gd name="connsiteX0" fmla="*/ 3475 w 21600"/>
                <a:gd name="connsiteY0" fmla="*/ 0 h 21862"/>
                <a:gd name="connsiteX1" fmla="*/ 11355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153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  <a:gd name="connsiteX0" fmla="*/ 3475 w 21600"/>
                <a:gd name="connsiteY0" fmla="*/ 0 h 21862"/>
                <a:gd name="connsiteX1" fmla="*/ 11355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990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  <a:gd name="connsiteX0" fmla="*/ 3475 w 21600"/>
                <a:gd name="connsiteY0" fmla="*/ 0 h 21862"/>
                <a:gd name="connsiteX1" fmla="*/ 10757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990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00" h="21862">
                  <a:moveTo>
                    <a:pt x="3475" y="0"/>
                  </a:moveTo>
                  <a:lnTo>
                    <a:pt x="10757" y="103"/>
                  </a:lnTo>
                  <a:lnTo>
                    <a:pt x="18125" y="0"/>
                  </a:lnTo>
                  <a:cubicBezTo>
                    <a:pt x="20044" y="0"/>
                    <a:pt x="21600" y="4835"/>
                    <a:pt x="21600" y="10800"/>
                  </a:cubicBezTo>
                  <a:cubicBezTo>
                    <a:pt x="21600" y="16765"/>
                    <a:pt x="19814" y="19809"/>
                    <a:pt x="18125" y="21600"/>
                  </a:cubicBezTo>
                  <a:lnTo>
                    <a:pt x="10990" y="21862"/>
                  </a:lnTo>
                  <a:lnTo>
                    <a:pt x="3475" y="21600"/>
                  </a:lnTo>
                  <a:cubicBezTo>
                    <a:pt x="1556" y="21600"/>
                    <a:pt x="0" y="16765"/>
                    <a:pt x="0" y="10800"/>
                  </a:cubicBezTo>
                  <a:cubicBezTo>
                    <a:pt x="0" y="4835"/>
                    <a:pt x="1556" y="0"/>
                    <a:pt x="3475" y="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b d e</a:t>
              </a:r>
            </a:p>
          </p:txBody>
        </p: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AA5A4B41-2F78-D919-777F-5061823A7B36}"/>
              </a:ext>
            </a:extLst>
          </p:cNvPr>
          <p:cNvGrpSpPr/>
          <p:nvPr/>
        </p:nvGrpSpPr>
        <p:grpSpPr>
          <a:xfrm>
            <a:off x="5573975" y="4287759"/>
            <a:ext cx="879007" cy="596262"/>
            <a:chOff x="5381892" y="4293903"/>
            <a:chExt cx="879007" cy="596262"/>
          </a:xfrm>
        </p:grpSpPr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1979E4BE-19CF-8034-9A0C-4745F5FD4B8D}"/>
                </a:ext>
              </a:extLst>
            </p:cNvPr>
            <p:cNvSpPr/>
            <p:nvPr/>
          </p:nvSpPr>
          <p:spPr bwMode="gray">
            <a:xfrm>
              <a:off x="5466637" y="4613648"/>
              <a:ext cx="216024" cy="21602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b</a:t>
              </a:r>
            </a:p>
          </p:txBody>
        </p: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C7F7A54B-7467-E076-AF91-2CE2EF47B1BD}"/>
                </a:ext>
              </a:extLst>
            </p:cNvPr>
            <p:cNvCxnSpPr>
              <a:cxnSpLocks/>
              <a:stCxn id="157" idx="3"/>
            </p:cNvCxnSpPr>
            <p:nvPr/>
          </p:nvCxnSpPr>
          <p:spPr bwMode="gray">
            <a:xfrm flipH="1">
              <a:off x="5406692" y="4798036"/>
              <a:ext cx="91581" cy="9212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6A34F412-FCEA-413A-3604-AEE2027A070D}"/>
                </a:ext>
              </a:extLst>
            </p:cNvPr>
            <p:cNvCxnSpPr>
              <a:cxnSpLocks/>
              <a:stCxn id="157" idx="5"/>
            </p:cNvCxnSpPr>
            <p:nvPr/>
          </p:nvCxnSpPr>
          <p:spPr bwMode="gray">
            <a:xfrm>
              <a:off x="5651025" y="4798036"/>
              <a:ext cx="91581" cy="9212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24B5B278-C737-68DD-A696-B3AB050E8772}"/>
                </a:ext>
              </a:extLst>
            </p:cNvPr>
            <p:cNvSpPr/>
            <p:nvPr/>
          </p:nvSpPr>
          <p:spPr bwMode="gray">
            <a:xfrm>
              <a:off x="5848334" y="4607800"/>
              <a:ext cx="216024" cy="21602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d</a:t>
              </a:r>
            </a:p>
          </p:txBody>
        </p: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F73813DA-E27A-FD5D-0966-B4592657E3E6}"/>
                </a:ext>
              </a:extLst>
            </p:cNvPr>
            <p:cNvCxnSpPr>
              <a:cxnSpLocks/>
              <a:stCxn id="160" idx="3"/>
            </p:cNvCxnSpPr>
            <p:nvPr/>
          </p:nvCxnSpPr>
          <p:spPr bwMode="gray">
            <a:xfrm flipH="1">
              <a:off x="5789669" y="4792188"/>
              <a:ext cx="90301" cy="947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9E44A7DE-622E-666B-1223-6A625C99897F}"/>
                </a:ext>
              </a:extLst>
            </p:cNvPr>
            <p:cNvCxnSpPr>
              <a:cxnSpLocks/>
              <a:stCxn id="160" idx="5"/>
            </p:cNvCxnSpPr>
            <p:nvPr/>
          </p:nvCxnSpPr>
          <p:spPr bwMode="gray">
            <a:xfrm>
              <a:off x="6032722" y="4792188"/>
              <a:ext cx="92861" cy="947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26BA8581-872D-AC76-706C-E45316A9C8E6}"/>
                </a:ext>
              </a:extLst>
            </p:cNvPr>
            <p:cNvCxnSpPr>
              <a:cxnSpLocks/>
              <a:endCxn id="157" idx="7"/>
            </p:cNvCxnSpPr>
            <p:nvPr/>
          </p:nvCxnSpPr>
          <p:spPr bwMode="gray">
            <a:xfrm flipH="1">
              <a:off x="5651025" y="4506308"/>
              <a:ext cx="206931" cy="13897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5C2FBC44-BABB-CAFF-F0DB-814E5C1ED66C}"/>
                </a:ext>
              </a:extLst>
            </p:cNvPr>
            <p:cNvCxnSpPr>
              <a:cxnSpLocks/>
              <a:endCxn id="160" idx="0"/>
            </p:cNvCxnSpPr>
            <p:nvPr/>
          </p:nvCxnSpPr>
          <p:spPr bwMode="gray">
            <a:xfrm>
              <a:off x="5956035" y="4501735"/>
              <a:ext cx="311" cy="106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07F4BADB-EF26-5BE4-7E28-4ADB00A52ED2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5381892" y="4496677"/>
              <a:ext cx="263666" cy="10881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7B641144-A1CD-10B1-ED32-F25C9414E277}"/>
                </a:ext>
              </a:extLst>
            </p:cNvPr>
            <p:cNvCxnSpPr>
              <a:cxnSpLocks/>
              <a:stCxn id="165" idx="4"/>
            </p:cNvCxnSpPr>
            <p:nvPr/>
          </p:nvCxnSpPr>
          <p:spPr bwMode="gray">
            <a:xfrm>
              <a:off x="6108236" y="4509927"/>
              <a:ext cx="152663" cy="10912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Terminator 30">
              <a:extLst>
                <a:ext uri="{FF2B5EF4-FFF2-40B4-BE49-F238E27FC236}">
                  <a16:creationId xmlns:a16="http://schemas.microsoft.com/office/drawing/2014/main" id="{0A924535-1A76-1840-16E9-62049241AAB5}"/>
                </a:ext>
              </a:extLst>
            </p:cNvPr>
            <p:cNvSpPr/>
            <p:nvPr/>
          </p:nvSpPr>
          <p:spPr bwMode="gray">
            <a:xfrm>
              <a:off x="5588294" y="4293903"/>
              <a:ext cx="619628" cy="218644"/>
            </a:xfrm>
            <a:custGeom>
              <a:avLst/>
              <a:gdLst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1600"/>
                <a:gd name="connsiteY0" fmla="*/ 0 h 21600"/>
                <a:gd name="connsiteX1" fmla="*/ 10518 w 21600"/>
                <a:gd name="connsiteY1" fmla="*/ 421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3475 w 21600"/>
                <a:gd name="connsiteY5" fmla="*/ 21600 h 21600"/>
                <a:gd name="connsiteX6" fmla="*/ 0 w 21600"/>
                <a:gd name="connsiteY6" fmla="*/ 10800 h 21600"/>
                <a:gd name="connsiteX7" fmla="*/ 3475 w 21600"/>
                <a:gd name="connsiteY7" fmla="*/ 0 h 21600"/>
                <a:gd name="connsiteX0" fmla="*/ 3475 w 21600"/>
                <a:gd name="connsiteY0" fmla="*/ 214 h 21814"/>
                <a:gd name="connsiteX1" fmla="*/ 11953 w 21600"/>
                <a:gd name="connsiteY1" fmla="*/ 0 h 21814"/>
                <a:gd name="connsiteX2" fmla="*/ 18125 w 21600"/>
                <a:gd name="connsiteY2" fmla="*/ 214 h 21814"/>
                <a:gd name="connsiteX3" fmla="*/ 21600 w 21600"/>
                <a:gd name="connsiteY3" fmla="*/ 11014 h 21814"/>
                <a:gd name="connsiteX4" fmla="*/ 18125 w 21600"/>
                <a:gd name="connsiteY4" fmla="*/ 21814 h 21814"/>
                <a:gd name="connsiteX5" fmla="*/ 3475 w 21600"/>
                <a:gd name="connsiteY5" fmla="*/ 21814 h 21814"/>
                <a:gd name="connsiteX6" fmla="*/ 0 w 21600"/>
                <a:gd name="connsiteY6" fmla="*/ 11014 h 21814"/>
                <a:gd name="connsiteX7" fmla="*/ 3475 w 21600"/>
                <a:gd name="connsiteY7" fmla="*/ 214 h 21814"/>
                <a:gd name="connsiteX0" fmla="*/ 3475 w 21600"/>
                <a:gd name="connsiteY0" fmla="*/ 0 h 21600"/>
                <a:gd name="connsiteX1" fmla="*/ 11355 w 21600"/>
                <a:gd name="connsiteY1" fmla="*/ 103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3475 w 21600"/>
                <a:gd name="connsiteY5" fmla="*/ 21600 h 21600"/>
                <a:gd name="connsiteX6" fmla="*/ 0 w 21600"/>
                <a:gd name="connsiteY6" fmla="*/ 10800 h 21600"/>
                <a:gd name="connsiteX7" fmla="*/ 3475 w 21600"/>
                <a:gd name="connsiteY7" fmla="*/ 0 h 21600"/>
                <a:gd name="connsiteX0" fmla="*/ 3475 w 21600"/>
                <a:gd name="connsiteY0" fmla="*/ 0 h 21600"/>
                <a:gd name="connsiteX1" fmla="*/ 11355 w 21600"/>
                <a:gd name="connsiteY1" fmla="*/ 103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11468 w 21600"/>
                <a:gd name="connsiteY5" fmla="*/ 21545 h 21600"/>
                <a:gd name="connsiteX6" fmla="*/ 3475 w 21600"/>
                <a:gd name="connsiteY6" fmla="*/ 21600 h 21600"/>
                <a:gd name="connsiteX7" fmla="*/ 0 w 21600"/>
                <a:gd name="connsiteY7" fmla="*/ 10800 h 21600"/>
                <a:gd name="connsiteX8" fmla="*/ 3475 w 21600"/>
                <a:gd name="connsiteY8" fmla="*/ 0 h 21600"/>
                <a:gd name="connsiteX0" fmla="*/ 3475 w 21600"/>
                <a:gd name="connsiteY0" fmla="*/ 0 h 21862"/>
                <a:gd name="connsiteX1" fmla="*/ 11355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153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  <a:gd name="connsiteX0" fmla="*/ 3475 w 21600"/>
                <a:gd name="connsiteY0" fmla="*/ 0 h 21862"/>
                <a:gd name="connsiteX1" fmla="*/ 11355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990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  <a:gd name="connsiteX0" fmla="*/ 3475 w 21600"/>
                <a:gd name="connsiteY0" fmla="*/ 0 h 21862"/>
                <a:gd name="connsiteX1" fmla="*/ 10757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990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00" h="21862">
                  <a:moveTo>
                    <a:pt x="3475" y="0"/>
                  </a:moveTo>
                  <a:lnTo>
                    <a:pt x="10757" y="103"/>
                  </a:lnTo>
                  <a:lnTo>
                    <a:pt x="18125" y="0"/>
                  </a:lnTo>
                  <a:cubicBezTo>
                    <a:pt x="20044" y="0"/>
                    <a:pt x="21600" y="4835"/>
                    <a:pt x="21600" y="10800"/>
                  </a:cubicBezTo>
                  <a:cubicBezTo>
                    <a:pt x="21600" y="16765"/>
                    <a:pt x="19814" y="19809"/>
                    <a:pt x="18125" y="21600"/>
                  </a:cubicBezTo>
                  <a:lnTo>
                    <a:pt x="10990" y="21862"/>
                  </a:lnTo>
                  <a:lnTo>
                    <a:pt x="3475" y="21600"/>
                  </a:lnTo>
                  <a:cubicBezTo>
                    <a:pt x="1556" y="21600"/>
                    <a:pt x="0" y="16765"/>
                    <a:pt x="0" y="10800"/>
                  </a:cubicBezTo>
                  <a:cubicBezTo>
                    <a:pt x="0" y="4835"/>
                    <a:pt x="1556" y="0"/>
                    <a:pt x="3475" y="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a c e</a:t>
              </a:r>
            </a:p>
          </p:txBody>
        </p: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FD969D4B-B7B2-7282-5D2F-4949322D03A9}"/>
              </a:ext>
            </a:extLst>
          </p:cNvPr>
          <p:cNvGrpSpPr/>
          <p:nvPr/>
        </p:nvGrpSpPr>
        <p:grpSpPr>
          <a:xfrm>
            <a:off x="6672295" y="4287759"/>
            <a:ext cx="996049" cy="598526"/>
            <a:chOff x="6588224" y="4297546"/>
            <a:chExt cx="996049" cy="598526"/>
          </a:xfrm>
        </p:grpSpPr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47356D29-1907-6E48-BC70-50E702983C2E}"/>
                </a:ext>
              </a:extLst>
            </p:cNvPr>
            <p:cNvSpPr/>
            <p:nvPr/>
          </p:nvSpPr>
          <p:spPr bwMode="gray">
            <a:xfrm>
              <a:off x="7308304" y="4615277"/>
              <a:ext cx="216024" cy="21602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1CDEC8F1-2EE8-9138-E49D-6FE469B45B09}"/>
                </a:ext>
              </a:extLst>
            </p:cNvPr>
            <p:cNvCxnSpPr>
              <a:cxnSpLocks/>
              <a:stCxn id="170" idx="3"/>
            </p:cNvCxnSpPr>
            <p:nvPr/>
          </p:nvCxnSpPr>
          <p:spPr bwMode="gray">
            <a:xfrm flipH="1">
              <a:off x="7248359" y="4799665"/>
              <a:ext cx="91581" cy="9212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C138711B-467D-6D76-CE3D-935EBE662746}"/>
                </a:ext>
              </a:extLst>
            </p:cNvPr>
            <p:cNvCxnSpPr>
              <a:cxnSpLocks/>
              <a:stCxn id="170" idx="5"/>
            </p:cNvCxnSpPr>
            <p:nvPr/>
          </p:nvCxnSpPr>
          <p:spPr bwMode="gray">
            <a:xfrm>
              <a:off x="7492692" y="4799665"/>
              <a:ext cx="91581" cy="9212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D8F555D8-148B-2479-F702-99A6B04C426B}"/>
                </a:ext>
              </a:extLst>
            </p:cNvPr>
            <p:cNvSpPr/>
            <p:nvPr/>
          </p:nvSpPr>
          <p:spPr bwMode="gray">
            <a:xfrm>
              <a:off x="6948264" y="4616977"/>
              <a:ext cx="216024" cy="21602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c</a:t>
              </a:r>
            </a:p>
          </p:txBody>
        </p: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75FC96E-978C-C378-0724-4B73A397564C}"/>
                </a:ext>
              </a:extLst>
            </p:cNvPr>
            <p:cNvCxnSpPr>
              <a:cxnSpLocks/>
              <a:stCxn id="173" idx="3"/>
            </p:cNvCxnSpPr>
            <p:nvPr/>
          </p:nvCxnSpPr>
          <p:spPr bwMode="gray">
            <a:xfrm flipH="1">
              <a:off x="6889599" y="4801365"/>
              <a:ext cx="90301" cy="947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30C2BB93-0A7F-72AB-DCA8-02BCF439A4EA}"/>
                </a:ext>
              </a:extLst>
            </p:cNvPr>
            <p:cNvCxnSpPr>
              <a:cxnSpLocks/>
              <a:stCxn id="173" idx="5"/>
            </p:cNvCxnSpPr>
            <p:nvPr/>
          </p:nvCxnSpPr>
          <p:spPr bwMode="gray">
            <a:xfrm>
              <a:off x="7132652" y="4801365"/>
              <a:ext cx="92861" cy="947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C2CA2844-9F1A-37E7-8750-C3A4DB3D42A3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6588224" y="4507937"/>
              <a:ext cx="206931" cy="13897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C0A1B921-E268-CD9A-ACB6-E71E7A8AD163}"/>
                </a:ext>
              </a:extLst>
            </p:cNvPr>
            <p:cNvCxnSpPr>
              <a:cxnSpLocks/>
              <a:endCxn id="173" idx="0"/>
            </p:cNvCxnSpPr>
            <p:nvPr/>
          </p:nvCxnSpPr>
          <p:spPr bwMode="gray">
            <a:xfrm>
              <a:off x="7055965" y="4510912"/>
              <a:ext cx="311" cy="10606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B24DA34B-EC63-4E1B-F55C-00F4DE9EA766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6799142" y="4506464"/>
              <a:ext cx="128927" cy="1388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26D66C73-53BE-F780-865F-E9493FCAFE61}"/>
                </a:ext>
              </a:extLst>
            </p:cNvPr>
            <p:cNvCxnSpPr>
              <a:cxnSpLocks/>
              <a:stCxn id="178" idx="4"/>
              <a:endCxn id="170" idx="1"/>
            </p:cNvCxnSpPr>
            <p:nvPr/>
          </p:nvCxnSpPr>
          <p:spPr bwMode="gray">
            <a:xfrm>
              <a:off x="7200783" y="4513570"/>
              <a:ext cx="139157" cy="13334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Terminator 30">
              <a:extLst>
                <a:ext uri="{FF2B5EF4-FFF2-40B4-BE49-F238E27FC236}">
                  <a16:creationId xmlns:a16="http://schemas.microsoft.com/office/drawing/2014/main" id="{7ADF45D6-D3FB-277A-6C1A-FE3965A7FE8E}"/>
                </a:ext>
              </a:extLst>
            </p:cNvPr>
            <p:cNvSpPr/>
            <p:nvPr/>
          </p:nvSpPr>
          <p:spPr bwMode="gray">
            <a:xfrm>
              <a:off x="6680841" y="4297546"/>
              <a:ext cx="619628" cy="218644"/>
            </a:xfrm>
            <a:custGeom>
              <a:avLst/>
              <a:gdLst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1600"/>
                <a:gd name="connsiteY0" fmla="*/ 0 h 21600"/>
                <a:gd name="connsiteX1" fmla="*/ 10518 w 21600"/>
                <a:gd name="connsiteY1" fmla="*/ 421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3475 w 21600"/>
                <a:gd name="connsiteY5" fmla="*/ 21600 h 21600"/>
                <a:gd name="connsiteX6" fmla="*/ 0 w 21600"/>
                <a:gd name="connsiteY6" fmla="*/ 10800 h 21600"/>
                <a:gd name="connsiteX7" fmla="*/ 3475 w 21600"/>
                <a:gd name="connsiteY7" fmla="*/ 0 h 21600"/>
                <a:gd name="connsiteX0" fmla="*/ 3475 w 21600"/>
                <a:gd name="connsiteY0" fmla="*/ 214 h 21814"/>
                <a:gd name="connsiteX1" fmla="*/ 11953 w 21600"/>
                <a:gd name="connsiteY1" fmla="*/ 0 h 21814"/>
                <a:gd name="connsiteX2" fmla="*/ 18125 w 21600"/>
                <a:gd name="connsiteY2" fmla="*/ 214 h 21814"/>
                <a:gd name="connsiteX3" fmla="*/ 21600 w 21600"/>
                <a:gd name="connsiteY3" fmla="*/ 11014 h 21814"/>
                <a:gd name="connsiteX4" fmla="*/ 18125 w 21600"/>
                <a:gd name="connsiteY4" fmla="*/ 21814 h 21814"/>
                <a:gd name="connsiteX5" fmla="*/ 3475 w 21600"/>
                <a:gd name="connsiteY5" fmla="*/ 21814 h 21814"/>
                <a:gd name="connsiteX6" fmla="*/ 0 w 21600"/>
                <a:gd name="connsiteY6" fmla="*/ 11014 h 21814"/>
                <a:gd name="connsiteX7" fmla="*/ 3475 w 21600"/>
                <a:gd name="connsiteY7" fmla="*/ 214 h 21814"/>
                <a:gd name="connsiteX0" fmla="*/ 3475 w 21600"/>
                <a:gd name="connsiteY0" fmla="*/ 0 h 21600"/>
                <a:gd name="connsiteX1" fmla="*/ 11355 w 21600"/>
                <a:gd name="connsiteY1" fmla="*/ 103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3475 w 21600"/>
                <a:gd name="connsiteY5" fmla="*/ 21600 h 21600"/>
                <a:gd name="connsiteX6" fmla="*/ 0 w 21600"/>
                <a:gd name="connsiteY6" fmla="*/ 10800 h 21600"/>
                <a:gd name="connsiteX7" fmla="*/ 3475 w 21600"/>
                <a:gd name="connsiteY7" fmla="*/ 0 h 21600"/>
                <a:gd name="connsiteX0" fmla="*/ 3475 w 21600"/>
                <a:gd name="connsiteY0" fmla="*/ 0 h 21600"/>
                <a:gd name="connsiteX1" fmla="*/ 11355 w 21600"/>
                <a:gd name="connsiteY1" fmla="*/ 103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11468 w 21600"/>
                <a:gd name="connsiteY5" fmla="*/ 21545 h 21600"/>
                <a:gd name="connsiteX6" fmla="*/ 3475 w 21600"/>
                <a:gd name="connsiteY6" fmla="*/ 21600 h 21600"/>
                <a:gd name="connsiteX7" fmla="*/ 0 w 21600"/>
                <a:gd name="connsiteY7" fmla="*/ 10800 h 21600"/>
                <a:gd name="connsiteX8" fmla="*/ 3475 w 21600"/>
                <a:gd name="connsiteY8" fmla="*/ 0 h 21600"/>
                <a:gd name="connsiteX0" fmla="*/ 3475 w 21600"/>
                <a:gd name="connsiteY0" fmla="*/ 0 h 21862"/>
                <a:gd name="connsiteX1" fmla="*/ 11355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153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  <a:gd name="connsiteX0" fmla="*/ 3475 w 21600"/>
                <a:gd name="connsiteY0" fmla="*/ 0 h 21862"/>
                <a:gd name="connsiteX1" fmla="*/ 11355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990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  <a:gd name="connsiteX0" fmla="*/ 3475 w 21600"/>
                <a:gd name="connsiteY0" fmla="*/ 0 h 21862"/>
                <a:gd name="connsiteX1" fmla="*/ 10757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990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00" h="21862">
                  <a:moveTo>
                    <a:pt x="3475" y="0"/>
                  </a:moveTo>
                  <a:lnTo>
                    <a:pt x="10757" y="103"/>
                  </a:lnTo>
                  <a:lnTo>
                    <a:pt x="18125" y="0"/>
                  </a:lnTo>
                  <a:cubicBezTo>
                    <a:pt x="20044" y="0"/>
                    <a:pt x="21600" y="4835"/>
                    <a:pt x="21600" y="10800"/>
                  </a:cubicBezTo>
                  <a:cubicBezTo>
                    <a:pt x="21600" y="16765"/>
                    <a:pt x="19814" y="19809"/>
                    <a:pt x="18125" y="21600"/>
                  </a:cubicBezTo>
                  <a:lnTo>
                    <a:pt x="10990" y="21862"/>
                  </a:lnTo>
                  <a:lnTo>
                    <a:pt x="3475" y="21600"/>
                  </a:lnTo>
                  <a:cubicBezTo>
                    <a:pt x="1556" y="21600"/>
                    <a:pt x="0" y="16765"/>
                    <a:pt x="0" y="10800"/>
                  </a:cubicBezTo>
                  <a:cubicBezTo>
                    <a:pt x="0" y="4835"/>
                    <a:pt x="1556" y="0"/>
                    <a:pt x="3475" y="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a b d</a:t>
              </a:r>
            </a:p>
          </p:txBody>
        </p:sp>
      </p:grpSp>
      <p:sp>
        <p:nvSpPr>
          <p:cNvPr id="195" name="TextBox 194">
            <a:extLst>
              <a:ext uri="{FF2B5EF4-FFF2-40B4-BE49-F238E27FC236}">
                <a16:creationId xmlns:a16="http://schemas.microsoft.com/office/drawing/2014/main" id="{6CF8825B-F650-2E12-C5F9-6A279A95B588}"/>
              </a:ext>
            </a:extLst>
          </p:cNvPr>
          <p:cNvSpPr txBox="1"/>
          <p:nvPr/>
        </p:nvSpPr>
        <p:spPr bwMode="gray">
          <a:xfrm>
            <a:off x="382193" y="2510765"/>
            <a:ext cx="741872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>
                <a:solidFill>
                  <a:srgbClr val="C00000"/>
                </a:solidFill>
              </a:rPr>
              <a:t>1-Knoten</a:t>
            </a:r>
            <a:br>
              <a:rPr lang="de-DE" sz="1200" dirty="0">
                <a:solidFill>
                  <a:srgbClr val="C00000"/>
                </a:solidFill>
              </a:rPr>
            </a:br>
            <a:r>
              <a:rPr lang="de-DE" sz="1200" dirty="0">
                <a:solidFill>
                  <a:srgbClr val="C00000"/>
                </a:solidFill>
              </a:rPr>
              <a:t>(Wurzel)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A6C2115D-87CF-8AE1-1DF0-1BC694AB082A}"/>
              </a:ext>
            </a:extLst>
          </p:cNvPr>
          <p:cNvSpPr txBox="1"/>
          <p:nvPr/>
        </p:nvSpPr>
        <p:spPr bwMode="gray">
          <a:xfrm>
            <a:off x="2439401" y="2510765"/>
            <a:ext cx="741872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>
                <a:solidFill>
                  <a:srgbClr val="C00000"/>
                </a:solidFill>
              </a:rPr>
              <a:t>2-Knoten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3C5C1D59-122D-29FA-FCC0-AD3803602058}"/>
              </a:ext>
            </a:extLst>
          </p:cNvPr>
          <p:cNvSpPr txBox="1"/>
          <p:nvPr/>
        </p:nvSpPr>
        <p:spPr bwMode="gray">
          <a:xfrm>
            <a:off x="5704885" y="2510765"/>
            <a:ext cx="741872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>
                <a:solidFill>
                  <a:srgbClr val="C00000"/>
                </a:solidFill>
              </a:rPr>
              <a:t>3-Knoten</a:t>
            </a:r>
          </a:p>
        </p:txBody>
      </p:sp>
      <p:sp>
        <p:nvSpPr>
          <p:cNvPr id="198" name="Down Arrow 197">
            <a:extLst>
              <a:ext uri="{FF2B5EF4-FFF2-40B4-BE49-F238E27FC236}">
                <a16:creationId xmlns:a16="http://schemas.microsoft.com/office/drawing/2014/main" id="{A12E54B7-972E-CD06-023F-4805F7D32C60}"/>
              </a:ext>
            </a:extLst>
          </p:cNvPr>
          <p:cNvSpPr/>
          <p:nvPr/>
        </p:nvSpPr>
        <p:spPr bwMode="gray">
          <a:xfrm>
            <a:off x="614679" y="3794602"/>
            <a:ext cx="303322" cy="36004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199" name="Down Arrow 198">
            <a:extLst>
              <a:ext uri="{FF2B5EF4-FFF2-40B4-BE49-F238E27FC236}">
                <a16:creationId xmlns:a16="http://schemas.microsoft.com/office/drawing/2014/main" id="{A03E9566-9F83-C560-3BCA-31F370E4D59F}"/>
              </a:ext>
            </a:extLst>
          </p:cNvPr>
          <p:cNvSpPr/>
          <p:nvPr/>
        </p:nvSpPr>
        <p:spPr bwMode="gray">
          <a:xfrm>
            <a:off x="2027557" y="3794602"/>
            <a:ext cx="303322" cy="36004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200" name="Down Arrow 199">
            <a:extLst>
              <a:ext uri="{FF2B5EF4-FFF2-40B4-BE49-F238E27FC236}">
                <a16:creationId xmlns:a16="http://schemas.microsoft.com/office/drawing/2014/main" id="{5DA59E6C-AF2D-B3BF-77B4-7450DDE49314}"/>
              </a:ext>
            </a:extLst>
          </p:cNvPr>
          <p:cNvSpPr/>
          <p:nvPr/>
        </p:nvSpPr>
        <p:spPr bwMode="gray">
          <a:xfrm>
            <a:off x="3197408" y="3794602"/>
            <a:ext cx="303322" cy="36004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201" name="Down Arrow 200">
            <a:extLst>
              <a:ext uri="{FF2B5EF4-FFF2-40B4-BE49-F238E27FC236}">
                <a16:creationId xmlns:a16="http://schemas.microsoft.com/office/drawing/2014/main" id="{616ABDE0-1E38-C4FB-0C16-4E88EC8EE565}"/>
              </a:ext>
            </a:extLst>
          </p:cNvPr>
          <p:cNvSpPr/>
          <p:nvPr/>
        </p:nvSpPr>
        <p:spPr bwMode="gray">
          <a:xfrm>
            <a:off x="4708167" y="3794602"/>
            <a:ext cx="303322" cy="36004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202" name="Down Arrow 201">
            <a:extLst>
              <a:ext uri="{FF2B5EF4-FFF2-40B4-BE49-F238E27FC236}">
                <a16:creationId xmlns:a16="http://schemas.microsoft.com/office/drawing/2014/main" id="{D8E158D8-6A5E-024F-40B2-4E008D4F3E92}"/>
              </a:ext>
            </a:extLst>
          </p:cNvPr>
          <p:cNvSpPr/>
          <p:nvPr/>
        </p:nvSpPr>
        <p:spPr bwMode="gray">
          <a:xfrm>
            <a:off x="5861817" y="3794602"/>
            <a:ext cx="303322" cy="36004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203" name="Down Arrow 202">
            <a:extLst>
              <a:ext uri="{FF2B5EF4-FFF2-40B4-BE49-F238E27FC236}">
                <a16:creationId xmlns:a16="http://schemas.microsoft.com/office/drawing/2014/main" id="{F8EFD2BE-FE8A-02CF-190B-CA3961DABC1E}"/>
              </a:ext>
            </a:extLst>
          </p:cNvPr>
          <p:cNvSpPr/>
          <p:nvPr/>
        </p:nvSpPr>
        <p:spPr bwMode="gray">
          <a:xfrm>
            <a:off x="7018658" y="3794602"/>
            <a:ext cx="303322" cy="36004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792310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" grpId="0"/>
      <p:bldP spid="196" grpId="0"/>
      <p:bldP spid="197" grpId="0"/>
      <p:bldP spid="198" grpId="0" animBg="1"/>
      <p:bldP spid="199" grpId="0" animBg="1"/>
      <p:bldP spid="200" grpId="0" animBg="1"/>
      <p:bldP spid="201" grpId="0" animBg="1"/>
      <p:bldP spid="202" grpId="0" animBg="1"/>
      <p:bldP spid="20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6D43675-86F0-A0F4-296C-13047B3CA4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6877051" cy="539825"/>
          </a:xfrm>
        </p:spPr>
        <p:txBody>
          <a:bodyPr/>
          <a:lstStyle/>
          <a:p>
            <a:r>
              <a:rPr lang="de-DE" dirty="0"/>
              <a:t>Einen temporären 4-Knoten aufzulösen ist eine </a:t>
            </a:r>
            <a:r>
              <a:rPr lang="de-DE" b="1" dirty="0"/>
              <a:t>lokale</a:t>
            </a:r>
            <a:r>
              <a:rPr lang="de-DE" dirty="0"/>
              <a:t> Transformation!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0C328C-D2D2-B41B-4112-14FFAD035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Lokale Transformationen von 2-3 Bäume</a:t>
            </a:r>
            <a:endParaRPr lang="en-US" dirty="0"/>
          </a:p>
        </p:txBody>
      </p:sp>
      <p:sp>
        <p:nvSpPr>
          <p:cNvPr id="5" name="Terminator 30">
            <a:extLst>
              <a:ext uri="{FF2B5EF4-FFF2-40B4-BE49-F238E27FC236}">
                <a16:creationId xmlns:a16="http://schemas.microsoft.com/office/drawing/2014/main" id="{E78CD530-242D-ADF4-B8C2-B7C2B08AED72}"/>
              </a:ext>
            </a:extLst>
          </p:cNvPr>
          <p:cNvSpPr/>
          <p:nvPr/>
        </p:nvSpPr>
        <p:spPr bwMode="gray">
          <a:xfrm>
            <a:off x="3787493" y="2228809"/>
            <a:ext cx="573454" cy="218644"/>
          </a:xfrm>
          <a:custGeom>
            <a:avLst/>
            <a:gdLst>
              <a:gd name="connsiteX0" fmla="*/ 3475 w 21600"/>
              <a:gd name="connsiteY0" fmla="*/ 0 h 21600"/>
              <a:gd name="connsiteX1" fmla="*/ 18125 w 21600"/>
              <a:gd name="connsiteY1" fmla="*/ 0 h 21600"/>
              <a:gd name="connsiteX2" fmla="*/ 21600 w 21600"/>
              <a:gd name="connsiteY2" fmla="*/ 10800 h 21600"/>
              <a:gd name="connsiteX3" fmla="*/ 18125 w 21600"/>
              <a:gd name="connsiteY3" fmla="*/ 21600 h 21600"/>
              <a:gd name="connsiteX4" fmla="*/ 3475 w 21600"/>
              <a:gd name="connsiteY4" fmla="*/ 21600 h 21600"/>
              <a:gd name="connsiteX5" fmla="*/ 0 w 21600"/>
              <a:gd name="connsiteY5" fmla="*/ 10800 h 21600"/>
              <a:gd name="connsiteX6" fmla="*/ 3475 w 21600"/>
              <a:gd name="connsiteY6" fmla="*/ 0 h 21600"/>
              <a:gd name="connsiteX0" fmla="*/ 3475 w 21600"/>
              <a:gd name="connsiteY0" fmla="*/ 0 h 21600"/>
              <a:gd name="connsiteX1" fmla="*/ 10518 w 21600"/>
              <a:gd name="connsiteY1" fmla="*/ 421 h 21600"/>
              <a:gd name="connsiteX2" fmla="*/ 18125 w 21600"/>
              <a:gd name="connsiteY2" fmla="*/ 0 h 21600"/>
              <a:gd name="connsiteX3" fmla="*/ 21600 w 21600"/>
              <a:gd name="connsiteY3" fmla="*/ 10800 h 21600"/>
              <a:gd name="connsiteX4" fmla="*/ 18125 w 21600"/>
              <a:gd name="connsiteY4" fmla="*/ 21600 h 21600"/>
              <a:gd name="connsiteX5" fmla="*/ 3475 w 21600"/>
              <a:gd name="connsiteY5" fmla="*/ 21600 h 21600"/>
              <a:gd name="connsiteX6" fmla="*/ 0 w 21600"/>
              <a:gd name="connsiteY6" fmla="*/ 10800 h 21600"/>
              <a:gd name="connsiteX7" fmla="*/ 3475 w 21600"/>
              <a:gd name="connsiteY7" fmla="*/ 0 h 21600"/>
              <a:gd name="connsiteX0" fmla="*/ 3475 w 21600"/>
              <a:gd name="connsiteY0" fmla="*/ 214 h 21814"/>
              <a:gd name="connsiteX1" fmla="*/ 11953 w 21600"/>
              <a:gd name="connsiteY1" fmla="*/ 0 h 21814"/>
              <a:gd name="connsiteX2" fmla="*/ 18125 w 21600"/>
              <a:gd name="connsiteY2" fmla="*/ 214 h 21814"/>
              <a:gd name="connsiteX3" fmla="*/ 21600 w 21600"/>
              <a:gd name="connsiteY3" fmla="*/ 11014 h 21814"/>
              <a:gd name="connsiteX4" fmla="*/ 18125 w 21600"/>
              <a:gd name="connsiteY4" fmla="*/ 21814 h 21814"/>
              <a:gd name="connsiteX5" fmla="*/ 3475 w 21600"/>
              <a:gd name="connsiteY5" fmla="*/ 21814 h 21814"/>
              <a:gd name="connsiteX6" fmla="*/ 0 w 21600"/>
              <a:gd name="connsiteY6" fmla="*/ 11014 h 21814"/>
              <a:gd name="connsiteX7" fmla="*/ 3475 w 21600"/>
              <a:gd name="connsiteY7" fmla="*/ 214 h 21814"/>
              <a:gd name="connsiteX0" fmla="*/ 3475 w 21600"/>
              <a:gd name="connsiteY0" fmla="*/ 0 h 21600"/>
              <a:gd name="connsiteX1" fmla="*/ 11355 w 21600"/>
              <a:gd name="connsiteY1" fmla="*/ 103 h 21600"/>
              <a:gd name="connsiteX2" fmla="*/ 18125 w 21600"/>
              <a:gd name="connsiteY2" fmla="*/ 0 h 21600"/>
              <a:gd name="connsiteX3" fmla="*/ 21600 w 21600"/>
              <a:gd name="connsiteY3" fmla="*/ 10800 h 21600"/>
              <a:gd name="connsiteX4" fmla="*/ 18125 w 21600"/>
              <a:gd name="connsiteY4" fmla="*/ 21600 h 21600"/>
              <a:gd name="connsiteX5" fmla="*/ 3475 w 21600"/>
              <a:gd name="connsiteY5" fmla="*/ 21600 h 21600"/>
              <a:gd name="connsiteX6" fmla="*/ 0 w 21600"/>
              <a:gd name="connsiteY6" fmla="*/ 10800 h 21600"/>
              <a:gd name="connsiteX7" fmla="*/ 3475 w 21600"/>
              <a:gd name="connsiteY7" fmla="*/ 0 h 21600"/>
              <a:gd name="connsiteX0" fmla="*/ 3475 w 21600"/>
              <a:gd name="connsiteY0" fmla="*/ 0 h 21600"/>
              <a:gd name="connsiteX1" fmla="*/ 11355 w 21600"/>
              <a:gd name="connsiteY1" fmla="*/ 103 h 21600"/>
              <a:gd name="connsiteX2" fmla="*/ 18125 w 21600"/>
              <a:gd name="connsiteY2" fmla="*/ 0 h 21600"/>
              <a:gd name="connsiteX3" fmla="*/ 21600 w 21600"/>
              <a:gd name="connsiteY3" fmla="*/ 10800 h 21600"/>
              <a:gd name="connsiteX4" fmla="*/ 18125 w 21600"/>
              <a:gd name="connsiteY4" fmla="*/ 21600 h 21600"/>
              <a:gd name="connsiteX5" fmla="*/ 11468 w 21600"/>
              <a:gd name="connsiteY5" fmla="*/ 21545 h 21600"/>
              <a:gd name="connsiteX6" fmla="*/ 3475 w 21600"/>
              <a:gd name="connsiteY6" fmla="*/ 21600 h 21600"/>
              <a:gd name="connsiteX7" fmla="*/ 0 w 21600"/>
              <a:gd name="connsiteY7" fmla="*/ 10800 h 21600"/>
              <a:gd name="connsiteX8" fmla="*/ 3475 w 21600"/>
              <a:gd name="connsiteY8" fmla="*/ 0 h 21600"/>
              <a:gd name="connsiteX0" fmla="*/ 3475 w 21600"/>
              <a:gd name="connsiteY0" fmla="*/ 0 h 21862"/>
              <a:gd name="connsiteX1" fmla="*/ 11355 w 21600"/>
              <a:gd name="connsiteY1" fmla="*/ 103 h 21862"/>
              <a:gd name="connsiteX2" fmla="*/ 18125 w 21600"/>
              <a:gd name="connsiteY2" fmla="*/ 0 h 21862"/>
              <a:gd name="connsiteX3" fmla="*/ 21600 w 21600"/>
              <a:gd name="connsiteY3" fmla="*/ 10800 h 21862"/>
              <a:gd name="connsiteX4" fmla="*/ 18125 w 21600"/>
              <a:gd name="connsiteY4" fmla="*/ 21600 h 21862"/>
              <a:gd name="connsiteX5" fmla="*/ 10153 w 21600"/>
              <a:gd name="connsiteY5" fmla="*/ 21862 h 21862"/>
              <a:gd name="connsiteX6" fmla="*/ 3475 w 21600"/>
              <a:gd name="connsiteY6" fmla="*/ 21600 h 21862"/>
              <a:gd name="connsiteX7" fmla="*/ 0 w 21600"/>
              <a:gd name="connsiteY7" fmla="*/ 10800 h 21862"/>
              <a:gd name="connsiteX8" fmla="*/ 3475 w 21600"/>
              <a:gd name="connsiteY8" fmla="*/ 0 h 21862"/>
              <a:gd name="connsiteX0" fmla="*/ 3475 w 21600"/>
              <a:gd name="connsiteY0" fmla="*/ 0 h 21862"/>
              <a:gd name="connsiteX1" fmla="*/ 11355 w 21600"/>
              <a:gd name="connsiteY1" fmla="*/ 103 h 21862"/>
              <a:gd name="connsiteX2" fmla="*/ 18125 w 21600"/>
              <a:gd name="connsiteY2" fmla="*/ 0 h 21862"/>
              <a:gd name="connsiteX3" fmla="*/ 21600 w 21600"/>
              <a:gd name="connsiteY3" fmla="*/ 10800 h 21862"/>
              <a:gd name="connsiteX4" fmla="*/ 18125 w 21600"/>
              <a:gd name="connsiteY4" fmla="*/ 21600 h 21862"/>
              <a:gd name="connsiteX5" fmla="*/ 10990 w 21600"/>
              <a:gd name="connsiteY5" fmla="*/ 21862 h 21862"/>
              <a:gd name="connsiteX6" fmla="*/ 3475 w 21600"/>
              <a:gd name="connsiteY6" fmla="*/ 21600 h 21862"/>
              <a:gd name="connsiteX7" fmla="*/ 0 w 21600"/>
              <a:gd name="connsiteY7" fmla="*/ 10800 h 21862"/>
              <a:gd name="connsiteX8" fmla="*/ 3475 w 21600"/>
              <a:gd name="connsiteY8" fmla="*/ 0 h 21862"/>
              <a:gd name="connsiteX0" fmla="*/ 3475 w 21600"/>
              <a:gd name="connsiteY0" fmla="*/ 0 h 21862"/>
              <a:gd name="connsiteX1" fmla="*/ 10757 w 21600"/>
              <a:gd name="connsiteY1" fmla="*/ 103 h 21862"/>
              <a:gd name="connsiteX2" fmla="*/ 18125 w 21600"/>
              <a:gd name="connsiteY2" fmla="*/ 0 h 21862"/>
              <a:gd name="connsiteX3" fmla="*/ 21600 w 21600"/>
              <a:gd name="connsiteY3" fmla="*/ 10800 h 21862"/>
              <a:gd name="connsiteX4" fmla="*/ 18125 w 21600"/>
              <a:gd name="connsiteY4" fmla="*/ 21600 h 21862"/>
              <a:gd name="connsiteX5" fmla="*/ 10990 w 21600"/>
              <a:gd name="connsiteY5" fmla="*/ 21862 h 21862"/>
              <a:gd name="connsiteX6" fmla="*/ 3475 w 21600"/>
              <a:gd name="connsiteY6" fmla="*/ 21600 h 21862"/>
              <a:gd name="connsiteX7" fmla="*/ 0 w 21600"/>
              <a:gd name="connsiteY7" fmla="*/ 10800 h 21862"/>
              <a:gd name="connsiteX8" fmla="*/ 3475 w 21600"/>
              <a:gd name="connsiteY8" fmla="*/ 0 h 21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600" h="21862">
                <a:moveTo>
                  <a:pt x="3475" y="0"/>
                </a:moveTo>
                <a:lnTo>
                  <a:pt x="10757" y="103"/>
                </a:lnTo>
                <a:lnTo>
                  <a:pt x="18125" y="0"/>
                </a:lnTo>
                <a:cubicBezTo>
                  <a:pt x="20044" y="0"/>
                  <a:pt x="21600" y="4835"/>
                  <a:pt x="21600" y="10800"/>
                </a:cubicBezTo>
                <a:cubicBezTo>
                  <a:pt x="21600" y="16765"/>
                  <a:pt x="19814" y="19809"/>
                  <a:pt x="18125" y="21600"/>
                </a:cubicBezTo>
                <a:lnTo>
                  <a:pt x="10990" y="21862"/>
                </a:lnTo>
                <a:lnTo>
                  <a:pt x="3475" y="21600"/>
                </a:lnTo>
                <a:cubicBezTo>
                  <a:pt x="1556" y="21600"/>
                  <a:pt x="0" y="16765"/>
                  <a:pt x="0" y="10800"/>
                </a:cubicBezTo>
                <a:cubicBezTo>
                  <a:pt x="0" y="4835"/>
                  <a:pt x="1556" y="0"/>
                  <a:pt x="3475" y="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b c d</a:t>
            </a:r>
          </a:p>
        </p:txBody>
      </p:sp>
      <p:sp>
        <p:nvSpPr>
          <p:cNvPr id="6" name="Terminator 30">
            <a:extLst>
              <a:ext uri="{FF2B5EF4-FFF2-40B4-BE49-F238E27FC236}">
                <a16:creationId xmlns:a16="http://schemas.microsoft.com/office/drawing/2014/main" id="{E7D8E7FF-8003-6601-798A-902E32531A1D}"/>
              </a:ext>
            </a:extLst>
          </p:cNvPr>
          <p:cNvSpPr/>
          <p:nvPr/>
        </p:nvSpPr>
        <p:spPr bwMode="gray">
          <a:xfrm>
            <a:off x="3838127" y="1779662"/>
            <a:ext cx="472186" cy="248269"/>
          </a:xfrm>
          <a:custGeom>
            <a:avLst/>
            <a:gdLst>
              <a:gd name="connsiteX0" fmla="*/ 3475 w 21600"/>
              <a:gd name="connsiteY0" fmla="*/ 0 h 21600"/>
              <a:gd name="connsiteX1" fmla="*/ 18125 w 21600"/>
              <a:gd name="connsiteY1" fmla="*/ 0 h 21600"/>
              <a:gd name="connsiteX2" fmla="*/ 21600 w 21600"/>
              <a:gd name="connsiteY2" fmla="*/ 10800 h 21600"/>
              <a:gd name="connsiteX3" fmla="*/ 18125 w 21600"/>
              <a:gd name="connsiteY3" fmla="*/ 21600 h 21600"/>
              <a:gd name="connsiteX4" fmla="*/ 3475 w 21600"/>
              <a:gd name="connsiteY4" fmla="*/ 21600 h 21600"/>
              <a:gd name="connsiteX5" fmla="*/ 0 w 21600"/>
              <a:gd name="connsiteY5" fmla="*/ 10800 h 21600"/>
              <a:gd name="connsiteX6" fmla="*/ 3475 w 21600"/>
              <a:gd name="connsiteY6" fmla="*/ 0 h 21600"/>
              <a:gd name="connsiteX0" fmla="*/ 3475 w 21600"/>
              <a:gd name="connsiteY0" fmla="*/ 0 h 21600"/>
              <a:gd name="connsiteX1" fmla="*/ 10518 w 21600"/>
              <a:gd name="connsiteY1" fmla="*/ 421 h 21600"/>
              <a:gd name="connsiteX2" fmla="*/ 18125 w 21600"/>
              <a:gd name="connsiteY2" fmla="*/ 0 h 21600"/>
              <a:gd name="connsiteX3" fmla="*/ 21600 w 21600"/>
              <a:gd name="connsiteY3" fmla="*/ 10800 h 21600"/>
              <a:gd name="connsiteX4" fmla="*/ 18125 w 21600"/>
              <a:gd name="connsiteY4" fmla="*/ 21600 h 21600"/>
              <a:gd name="connsiteX5" fmla="*/ 3475 w 21600"/>
              <a:gd name="connsiteY5" fmla="*/ 21600 h 21600"/>
              <a:gd name="connsiteX6" fmla="*/ 0 w 21600"/>
              <a:gd name="connsiteY6" fmla="*/ 10800 h 21600"/>
              <a:gd name="connsiteX7" fmla="*/ 3475 w 21600"/>
              <a:gd name="connsiteY7" fmla="*/ 0 h 21600"/>
              <a:gd name="connsiteX0" fmla="*/ 3475 w 21600"/>
              <a:gd name="connsiteY0" fmla="*/ 214 h 21814"/>
              <a:gd name="connsiteX1" fmla="*/ 11953 w 21600"/>
              <a:gd name="connsiteY1" fmla="*/ 0 h 21814"/>
              <a:gd name="connsiteX2" fmla="*/ 18125 w 21600"/>
              <a:gd name="connsiteY2" fmla="*/ 214 h 21814"/>
              <a:gd name="connsiteX3" fmla="*/ 21600 w 21600"/>
              <a:gd name="connsiteY3" fmla="*/ 11014 h 21814"/>
              <a:gd name="connsiteX4" fmla="*/ 18125 w 21600"/>
              <a:gd name="connsiteY4" fmla="*/ 21814 h 21814"/>
              <a:gd name="connsiteX5" fmla="*/ 3475 w 21600"/>
              <a:gd name="connsiteY5" fmla="*/ 21814 h 21814"/>
              <a:gd name="connsiteX6" fmla="*/ 0 w 21600"/>
              <a:gd name="connsiteY6" fmla="*/ 11014 h 21814"/>
              <a:gd name="connsiteX7" fmla="*/ 3475 w 21600"/>
              <a:gd name="connsiteY7" fmla="*/ 214 h 21814"/>
              <a:gd name="connsiteX0" fmla="*/ 3475 w 21600"/>
              <a:gd name="connsiteY0" fmla="*/ 0 h 21600"/>
              <a:gd name="connsiteX1" fmla="*/ 11355 w 21600"/>
              <a:gd name="connsiteY1" fmla="*/ 103 h 21600"/>
              <a:gd name="connsiteX2" fmla="*/ 18125 w 21600"/>
              <a:gd name="connsiteY2" fmla="*/ 0 h 21600"/>
              <a:gd name="connsiteX3" fmla="*/ 21600 w 21600"/>
              <a:gd name="connsiteY3" fmla="*/ 10800 h 21600"/>
              <a:gd name="connsiteX4" fmla="*/ 18125 w 21600"/>
              <a:gd name="connsiteY4" fmla="*/ 21600 h 21600"/>
              <a:gd name="connsiteX5" fmla="*/ 3475 w 21600"/>
              <a:gd name="connsiteY5" fmla="*/ 21600 h 21600"/>
              <a:gd name="connsiteX6" fmla="*/ 0 w 21600"/>
              <a:gd name="connsiteY6" fmla="*/ 10800 h 21600"/>
              <a:gd name="connsiteX7" fmla="*/ 3475 w 21600"/>
              <a:gd name="connsiteY7" fmla="*/ 0 h 21600"/>
              <a:gd name="connsiteX0" fmla="*/ 3475 w 21600"/>
              <a:gd name="connsiteY0" fmla="*/ 0 h 21600"/>
              <a:gd name="connsiteX1" fmla="*/ 11355 w 21600"/>
              <a:gd name="connsiteY1" fmla="*/ 103 h 21600"/>
              <a:gd name="connsiteX2" fmla="*/ 18125 w 21600"/>
              <a:gd name="connsiteY2" fmla="*/ 0 h 21600"/>
              <a:gd name="connsiteX3" fmla="*/ 21600 w 21600"/>
              <a:gd name="connsiteY3" fmla="*/ 10800 h 21600"/>
              <a:gd name="connsiteX4" fmla="*/ 18125 w 21600"/>
              <a:gd name="connsiteY4" fmla="*/ 21600 h 21600"/>
              <a:gd name="connsiteX5" fmla="*/ 11468 w 21600"/>
              <a:gd name="connsiteY5" fmla="*/ 21545 h 21600"/>
              <a:gd name="connsiteX6" fmla="*/ 3475 w 21600"/>
              <a:gd name="connsiteY6" fmla="*/ 21600 h 21600"/>
              <a:gd name="connsiteX7" fmla="*/ 0 w 21600"/>
              <a:gd name="connsiteY7" fmla="*/ 10800 h 21600"/>
              <a:gd name="connsiteX8" fmla="*/ 3475 w 21600"/>
              <a:gd name="connsiteY8" fmla="*/ 0 h 21600"/>
              <a:gd name="connsiteX0" fmla="*/ 3475 w 21600"/>
              <a:gd name="connsiteY0" fmla="*/ 0 h 21862"/>
              <a:gd name="connsiteX1" fmla="*/ 11355 w 21600"/>
              <a:gd name="connsiteY1" fmla="*/ 103 h 21862"/>
              <a:gd name="connsiteX2" fmla="*/ 18125 w 21600"/>
              <a:gd name="connsiteY2" fmla="*/ 0 h 21862"/>
              <a:gd name="connsiteX3" fmla="*/ 21600 w 21600"/>
              <a:gd name="connsiteY3" fmla="*/ 10800 h 21862"/>
              <a:gd name="connsiteX4" fmla="*/ 18125 w 21600"/>
              <a:gd name="connsiteY4" fmla="*/ 21600 h 21862"/>
              <a:gd name="connsiteX5" fmla="*/ 10153 w 21600"/>
              <a:gd name="connsiteY5" fmla="*/ 21862 h 21862"/>
              <a:gd name="connsiteX6" fmla="*/ 3475 w 21600"/>
              <a:gd name="connsiteY6" fmla="*/ 21600 h 21862"/>
              <a:gd name="connsiteX7" fmla="*/ 0 w 21600"/>
              <a:gd name="connsiteY7" fmla="*/ 10800 h 21862"/>
              <a:gd name="connsiteX8" fmla="*/ 3475 w 21600"/>
              <a:gd name="connsiteY8" fmla="*/ 0 h 21862"/>
              <a:gd name="connsiteX0" fmla="*/ 3475 w 21600"/>
              <a:gd name="connsiteY0" fmla="*/ 0 h 21862"/>
              <a:gd name="connsiteX1" fmla="*/ 11355 w 21600"/>
              <a:gd name="connsiteY1" fmla="*/ 103 h 21862"/>
              <a:gd name="connsiteX2" fmla="*/ 18125 w 21600"/>
              <a:gd name="connsiteY2" fmla="*/ 0 h 21862"/>
              <a:gd name="connsiteX3" fmla="*/ 21600 w 21600"/>
              <a:gd name="connsiteY3" fmla="*/ 10800 h 21862"/>
              <a:gd name="connsiteX4" fmla="*/ 18125 w 21600"/>
              <a:gd name="connsiteY4" fmla="*/ 21600 h 21862"/>
              <a:gd name="connsiteX5" fmla="*/ 10990 w 21600"/>
              <a:gd name="connsiteY5" fmla="*/ 21862 h 21862"/>
              <a:gd name="connsiteX6" fmla="*/ 3475 w 21600"/>
              <a:gd name="connsiteY6" fmla="*/ 21600 h 21862"/>
              <a:gd name="connsiteX7" fmla="*/ 0 w 21600"/>
              <a:gd name="connsiteY7" fmla="*/ 10800 h 21862"/>
              <a:gd name="connsiteX8" fmla="*/ 3475 w 21600"/>
              <a:gd name="connsiteY8" fmla="*/ 0 h 21862"/>
              <a:gd name="connsiteX0" fmla="*/ 3475 w 21600"/>
              <a:gd name="connsiteY0" fmla="*/ 0 h 21862"/>
              <a:gd name="connsiteX1" fmla="*/ 10757 w 21600"/>
              <a:gd name="connsiteY1" fmla="*/ 103 h 21862"/>
              <a:gd name="connsiteX2" fmla="*/ 18125 w 21600"/>
              <a:gd name="connsiteY2" fmla="*/ 0 h 21862"/>
              <a:gd name="connsiteX3" fmla="*/ 21600 w 21600"/>
              <a:gd name="connsiteY3" fmla="*/ 10800 h 21862"/>
              <a:gd name="connsiteX4" fmla="*/ 18125 w 21600"/>
              <a:gd name="connsiteY4" fmla="*/ 21600 h 21862"/>
              <a:gd name="connsiteX5" fmla="*/ 10990 w 21600"/>
              <a:gd name="connsiteY5" fmla="*/ 21862 h 21862"/>
              <a:gd name="connsiteX6" fmla="*/ 3475 w 21600"/>
              <a:gd name="connsiteY6" fmla="*/ 21600 h 21862"/>
              <a:gd name="connsiteX7" fmla="*/ 0 w 21600"/>
              <a:gd name="connsiteY7" fmla="*/ 10800 h 21862"/>
              <a:gd name="connsiteX8" fmla="*/ 3475 w 21600"/>
              <a:gd name="connsiteY8" fmla="*/ 0 h 21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600" h="21862">
                <a:moveTo>
                  <a:pt x="3475" y="0"/>
                </a:moveTo>
                <a:lnTo>
                  <a:pt x="10757" y="103"/>
                </a:lnTo>
                <a:lnTo>
                  <a:pt x="18125" y="0"/>
                </a:lnTo>
                <a:cubicBezTo>
                  <a:pt x="20044" y="0"/>
                  <a:pt x="21600" y="4835"/>
                  <a:pt x="21600" y="10800"/>
                </a:cubicBezTo>
                <a:cubicBezTo>
                  <a:pt x="21600" y="16765"/>
                  <a:pt x="19814" y="19809"/>
                  <a:pt x="18125" y="21600"/>
                </a:cubicBezTo>
                <a:lnTo>
                  <a:pt x="10990" y="21862"/>
                </a:lnTo>
                <a:lnTo>
                  <a:pt x="3475" y="21600"/>
                </a:lnTo>
                <a:cubicBezTo>
                  <a:pt x="1556" y="21600"/>
                  <a:pt x="0" y="16765"/>
                  <a:pt x="0" y="10800"/>
                </a:cubicBezTo>
                <a:cubicBezTo>
                  <a:pt x="0" y="4835"/>
                  <a:pt x="1556" y="0"/>
                  <a:pt x="3475" y="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a 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8E1D65-AB70-C2FB-9ABC-557885F0D319}"/>
              </a:ext>
            </a:extLst>
          </p:cNvPr>
          <p:cNvCxnSpPr>
            <a:cxnSpLocks/>
            <a:stCxn id="6" idx="5"/>
            <a:endCxn id="5" idx="1"/>
          </p:cNvCxnSpPr>
          <p:nvPr/>
        </p:nvCxnSpPr>
        <p:spPr bwMode="gray">
          <a:xfrm flipH="1">
            <a:off x="4073078" y="2027931"/>
            <a:ext cx="5295" cy="20190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C054DBB-A889-3582-961C-BF3BC6F6D821}"/>
              </a:ext>
            </a:extLst>
          </p:cNvPr>
          <p:cNvCxnSpPr>
            <a:cxnSpLocks/>
            <a:endCxn id="15" idx="1"/>
          </p:cNvCxnSpPr>
          <p:nvPr/>
        </p:nvCxnSpPr>
        <p:spPr bwMode="gray">
          <a:xfrm flipH="1">
            <a:off x="3123639" y="2444837"/>
            <a:ext cx="750580" cy="2161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B53967-2F83-29CF-1C28-5C54EB5509CC}"/>
              </a:ext>
            </a:extLst>
          </p:cNvPr>
          <p:cNvCxnSpPr>
            <a:cxnSpLocks/>
            <a:endCxn id="16" idx="1"/>
          </p:cNvCxnSpPr>
          <p:nvPr/>
        </p:nvCxnSpPr>
        <p:spPr bwMode="gray">
          <a:xfrm flipH="1">
            <a:off x="3754430" y="2449980"/>
            <a:ext cx="243556" cy="21105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563C2D1-67F7-D2E7-CF93-1F7DC271D467}"/>
              </a:ext>
            </a:extLst>
          </p:cNvPr>
          <p:cNvCxnSpPr>
            <a:cxnSpLocks/>
            <a:endCxn id="17" idx="1"/>
          </p:cNvCxnSpPr>
          <p:nvPr/>
        </p:nvCxnSpPr>
        <p:spPr bwMode="gray">
          <a:xfrm>
            <a:off x="4142002" y="2449980"/>
            <a:ext cx="243219" cy="20885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5645082-4219-08C3-94E9-A31E1EC6F397}"/>
              </a:ext>
            </a:extLst>
          </p:cNvPr>
          <p:cNvCxnSpPr>
            <a:cxnSpLocks/>
            <a:endCxn id="18" idx="1"/>
          </p:cNvCxnSpPr>
          <p:nvPr/>
        </p:nvCxnSpPr>
        <p:spPr bwMode="gray">
          <a:xfrm>
            <a:off x="4263159" y="2444837"/>
            <a:ext cx="752853" cy="2130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62CE83A-649F-8946-1356-6109F36566D4}"/>
              </a:ext>
            </a:extLst>
          </p:cNvPr>
          <p:cNvCxnSpPr>
            <a:cxnSpLocks/>
            <a:stCxn id="6" idx="4"/>
            <a:endCxn id="19" idx="1"/>
          </p:cNvCxnSpPr>
          <p:nvPr/>
        </p:nvCxnSpPr>
        <p:spPr bwMode="gray">
          <a:xfrm>
            <a:off x="4234348" y="2024956"/>
            <a:ext cx="1412456" cy="1915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46C8F44-652E-454E-E338-CADF025B79FE}"/>
              </a:ext>
            </a:extLst>
          </p:cNvPr>
          <p:cNvCxnSpPr>
            <a:cxnSpLocks/>
            <a:stCxn id="6" idx="6"/>
            <a:endCxn id="14" idx="1"/>
          </p:cNvCxnSpPr>
          <p:nvPr/>
        </p:nvCxnSpPr>
        <p:spPr bwMode="gray">
          <a:xfrm flipH="1">
            <a:off x="2492848" y="2024956"/>
            <a:ext cx="1421244" cy="2038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riangle 13">
            <a:extLst>
              <a:ext uri="{FF2B5EF4-FFF2-40B4-BE49-F238E27FC236}">
                <a16:creationId xmlns:a16="http://schemas.microsoft.com/office/drawing/2014/main" id="{E1F81CCA-5747-5E60-D9CE-FA5D1EA361E9}"/>
              </a:ext>
            </a:extLst>
          </p:cNvPr>
          <p:cNvSpPr/>
          <p:nvPr/>
        </p:nvSpPr>
        <p:spPr bwMode="gray">
          <a:xfrm>
            <a:off x="2197865" y="2228809"/>
            <a:ext cx="588331" cy="994074"/>
          </a:xfrm>
          <a:custGeom>
            <a:avLst/>
            <a:gdLst>
              <a:gd name="connsiteX0" fmla="*/ 0 w 936104"/>
              <a:gd name="connsiteY0" fmla="*/ 1584176 h 1584176"/>
              <a:gd name="connsiteX1" fmla="*/ 468052 w 936104"/>
              <a:gd name="connsiteY1" fmla="*/ 0 h 1584176"/>
              <a:gd name="connsiteX2" fmla="*/ 936104 w 936104"/>
              <a:gd name="connsiteY2" fmla="*/ 1584176 h 1584176"/>
              <a:gd name="connsiteX3" fmla="*/ 0 w 936104"/>
              <a:gd name="connsiteY3" fmla="*/ 1584176 h 1584176"/>
              <a:gd name="connsiteX0" fmla="*/ 10201 w 956506"/>
              <a:gd name="connsiteY0" fmla="*/ 1584176 h 1584176"/>
              <a:gd name="connsiteX1" fmla="*/ 478253 w 956506"/>
              <a:gd name="connsiteY1" fmla="*/ 0 h 1584176"/>
              <a:gd name="connsiteX2" fmla="*/ 946305 w 956506"/>
              <a:gd name="connsiteY2" fmla="*/ 1584176 h 1584176"/>
              <a:gd name="connsiteX3" fmla="*/ 10201 w 956506"/>
              <a:gd name="connsiteY3" fmla="*/ 1584176 h 1584176"/>
              <a:gd name="connsiteX0" fmla="*/ 10201 w 956506"/>
              <a:gd name="connsiteY0" fmla="*/ 1584176 h 1717174"/>
              <a:gd name="connsiteX1" fmla="*/ 478253 w 956506"/>
              <a:gd name="connsiteY1" fmla="*/ 0 h 1717174"/>
              <a:gd name="connsiteX2" fmla="*/ 946305 w 956506"/>
              <a:gd name="connsiteY2" fmla="*/ 1584176 h 1717174"/>
              <a:gd name="connsiteX3" fmla="*/ 10201 w 956506"/>
              <a:gd name="connsiteY3" fmla="*/ 1584176 h 1717174"/>
              <a:gd name="connsiteX0" fmla="*/ 10201 w 1018722"/>
              <a:gd name="connsiteY0" fmla="*/ 1584176 h 1717174"/>
              <a:gd name="connsiteX1" fmla="*/ 478253 w 1018722"/>
              <a:gd name="connsiteY1" fmla="*/ 0 h 1717174"/>
              <a:gd name="connsiteX2" fmla="*/ 946305 w 1018722"/>
              <a:gd name="connsiteY2" fmla="*/ 1584176 h 1717174"/>
              <a:gd name="connsiteX3" fmla="*/ 10201 w 1018722"/>
              <a:gd name="connsiteY3" fmla="*/ 1584176 h 1717174"/>
              <a:gd name="connsiteX0" fmla="*/ 10201 w 959015"/>
              <a:gd name="connsiteY0" fmla="*/ 1584176 h 1793983"/>
              <a:gd name="connsiteX1" fmla="*/ 478253 w 959015"/>
              <a:gd name="connsiteY1" fmla="*/ 0 h 1793983"/>
              <a:gd name="connsiteX2" fmla="*/ 946305 w 959015"/>
              <a:gd name="connsiteY2" fmla="*/ 1584176 h 1793983"/>
              <a:gd name="connsiteX3" fmla="*/ 10201 w 959015"/>
              <a:gd name="connsiteY3" fmla="*/ 1584176 h 1793983"/>
              <a:gd name="connsiteX0" fmla="*/ 10201 w 958573"/>
              <a:gd name="connsiteY0" fmla="*/ 1584176 h 1755253"/>
              <a:gd name="connsiteX1" fmla="*/ 478253 w 958573"/>
              <a:gd name="connsiteY1" fmla="*/ 0 h 1755253"/>
              <a:gd name="connsiteX2" fmla="*/ 946305 w 958573"/>
              <a:gd name="connsiteY2" fmla="*/ 1584176 h 1755253"/>
              <a:gd name="connsiteX3" fmla="*/ 10201 w 958573"/>
              <a:gd name="connsiteY3" fmla="*/ 1584176 h 1755253"/>
              <a:gd name="connsiteX0" fmla="*/ 24204 w 972576"/>
              <a:gd name="connsiteY0" fmla="*/ 1584176 h 1718293"/>
              <a:gd name="connsiteX1" fmla="*/ 492256 w 972576"/>
              <a:gd name="connsiteY1" fmla="*/ 0 h 1718293"/>
              <a:gd name="connsiteX2" fmla="*/ 960308 w 972576"/>
              <a:gd name="connsiteY2" fmla="*/ 1584176 h 1718293"/>
              <a:gd name="connsiteX3" fmla="*/ 24204 w 972576"/>
              <a:gd name="connsiteY3" fmla="*/ 1584176 h 1718293"/>
              <a:gd name="connsiteX0" fmla="*/ 10375 w 958747"/>
              <a:gd name="connsiteY0" fmla="*/ 1584176 h 1715454"/>
              <a:gd name="connsiteX1" fmla="*/ 478427 w 958747"/>
              <a:gd name="connsiteY1" fmla="*/ 0 h 1715454"/>
              <a:gd name="connsiteX2" fmla="*/ 946479 w 958747"/>
              <a:gd name="connsiteY2" fmla="*/ 1584176 h 1715454"/>
              <a:gd name="connsiteX3" fmla="*/ 10375 w 958747"/>
              <a:gd name="connsiteY3" fmla="*/ 1584176 h 1715454"/>
              <a:gd name="connsiteX0" fmla="*/ 14946 w 963318"/>
              <a:gd name="connsiteY0" fmla="*/ 1584176 h 1681539"/>
              <a:gd name="connsiteX1" fmla="*/ 482998 w 963318"/>
              <a:gd name="connsiteY1" fmla="*/ 0 h 1681539"/>
              <a:gd name="connsiteX2" fmla="*/ 951050 w 963318"/>
              <a:gd name="connsiteY2" fmla="*/ 1584176 h 1681539"/>
              <a:gd name="connsiteX3" fmla="*/ 14946 w 963318"/>
              <a:gd name="connsiteY3" fmla="*/ 1584176 h 1681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3318" h="1681539">
                <a:moveTo>
                  <a:pt x="14946" y="1584176"/>
                </a:moveTo>
                <a:cubicBezTo>
                  <a:pt x="-83043" y="1472267"/>
                  <a:pt x="326981" y="0"/>
                  <a:pt x="482998" y="0"/>
                </a:cubicBezTo>
                <a:cubicBezTo>
                  <a:pt x="639015" y="0"/>
                  <a:pt x="1038072" y="1449789"/>
                  <a:pt x="951050" y="1584176"/>
                </a:cubicBezTo>
                <a:cubicBezTo>
                  <a:pt x="857722" y="1728302"/>
                  <a:pt x="115358" y="1698853"/>
                  <a:pt x="14946" y="1584176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700" i="1" dirty="0">
                <a:solidFill>
                  <a:schemeClr val="bg1"/>
                </a:solidFill>
              </a:rPr>
              <a:t>Kleiner als </a:t>
            </a:r>
            <a:r>
              <a:rPr lang="de-DE" sz="7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5" name="Triangle 13">
            <a:extLst>
              <a:ext uri="{FF2B5EF4-FFF2-40B4-BE49-F238E27FC236}">
                <a16:creationId xmlns:a16="http://schemas.microsoft.com/office/drawing/2014/main" id="{0F66BD1E-1D07-B530-F8D9-724CE7252CF6}"/>
              </a:ext>
            </a:extLst>
          </p:cNvPr>
          <p:cNvSpPr/>
          <p:nvPr/>
        </p:nvSpPr>
        <p:spPr bwMode="gray">
          <a:xfrm>
            <a:off x="2828656" y="2661036"/>
            <a:ext cx="588331" cy="542913"/>
          </a:xfrm>
          <a:custGeom>
            <a:avLst/>
            <a:gdLst>
              <a:gd name="connsiteX0" fmla="*/ 0 w 936104"/>
              <a:gd name="connsiteY0" fmla="*/ 1584176 h 1584176"/>
              <a:gd name="connsiteX1" fmla="*/ 468052 w 936104"/>
              <a:gd name="connsiteY1" fmla="*/ 0 h 1584176"/>
              <a:gd name="connsiteX2" fmla="*/ 936104 w 936104"/>
              <a:gd name="connsiteY2" fmla="*/ 1584176 h 1584176"/>
              <a:gd name="connsiteX3" fmla="*/ 0 w 936104"/>
              <a:gd name="connsiteY3" fmla="*/ 1584176 h 1584176"/>
              <a:gd name="connsiteX0" fmla="*/ 10201 w 956506"/>
              <a:gd name="connsiteY0" fmla="*/ 1584176 h 1584176"/>
              <a:gd name="connsiteX1" fmla="*/ 478253 w 956506"/>
              <a:gd name="connsiteY1" fmla="*/ 0 h 1584176"/>
              <a:gd name="connsiteX2" fmla="*/ 946305 w 956506"/>
              <a:gd name="connsiteY2" fmla="*/ 1584176 h 1584176"/>
              <a:gd name="connsiteX3" fmla="*/ 10201 w 956506"/>
              <a:gd name="connsiteY3" fmla="*/ 1584176 h 1584176"/>
              <a:gd name="connsiteX0" fmla="*/ 10201 w 956506"/>
              <a:gd name="connsiteY0" fmla="*/ 1584176 h 1717174"/>
              <a:gd name="connsiteX1" fmla="*/ 478253 w 956506"/>
              <a:gd name="connsiteY1" fmla="*/ 0 h 1717174"/>
              <a:gd name="connsiteX2" fmla="*/ 946305 w 956506"/>
              <a:gd name="connsiteY2" fmla="*/ 1584176 h 1717174"/>
              <a:gd name="connsiteX3" fmla="*/ 10201 w 956506"/>
              <a:gd name="connsiteY3" fmla="*/ 1584176 h 1717174"/>
              <a:gd name="connsiteX0" fmla="*/ 10201 w 1018722"/>
              <a:gd name="connsiteY0" fmla="*/ 1584176 h 1717174"/>
              <a:gd name="connsiteX1" fmla="*/ 478253 w 1018722"/>
              <a:gd name="connsiteY1" fmla="*/ 0 h 1717174"/>
              <a:gd name="connsiteX2" fmla="*/ 946305 w 1018722"/>
              <a:gd name="connsiteY2" fmla="*/ 1584176 h 1717174"/>
              <a:gd name="connsiteX3" fmla="*/ 10201 w 1018722"/>
              <a:gd name="connsiteY3" fmla="*/ 1584176 h 1717174"/>
              <a:gd name="connsiteX0" fmla="*/ 10201 w 959015"/>
              <a:gd name="connsiteY0" fmla="*/ 1584176 h 1793983"/>
              <a:gd name="connsiteX1" fmla="*/ 478253 w 959015"/>
              <a:gd name="connsiteY1" fmla="*/ 0 h 1793983"/>
              <a:gd name="connsiteX2" fmla="*/ 946305 w 959015"/>
              <a:gd name="connsiteY2" fmla="*/ 1584176 h 1793983"/>
              <a:gd name="connsiteX3" fmla="*/ 10201 w 959015"/>
              <a:gd name="connsiteY3" fmla="*/ 1584176 h 1793983"/>
              <a:gd name="connsiteX0" fmla="*/ 10201 w 958573"/>
              <a:gd name="connsiteY0" fmla="*/ 1584176 h 1755253"/>
              <a:gd name="connsiteX1" fmla="*/ 478253 w 958573"/>
              <a:gd name="connsiteY1" fmla="*/ 0 h 1755253"/>
              <a:gd name="connsiteX2" fmla="*/ 946305 w 958573"/>
              <a:gd name="connsiteY2" fmla="*/ 1584176 h 1755253"/>
              <a:gd name="connsiteX3" fmla="*/ 10201 w 958573"/>
              <a:gd name="connsiteY3" fmla="*/ 1584176 h 1755253"/>
              <a:gd name="connsiteX0" fmla="*/ 24204 w 972576"/>
              <a:gd name="connsiteY0" fmla="*/ 1584176 h 1718293"/>
              <a:gd name="connsiteX1" fmla="*/ 492256 w 972576"/>
              <a:gd name="connsiteY1" fmla="*/ 0 h 1718293"/>
              <a:gd name="connsiteX2" fmla="*/ 960308 w 972576"/>
              <a:gd name="connsiteY2" fmla="*/ 1584176 h 1718293"/>
              <a:gd name="connsiteX3" fmla="*/ 24204 w 972576"/>
              <a:gd name="connsiteY3" fmla="*/ 1584176 h 1718293"/>
              <a:gd name="connsiteX0" fmla="*/ 10375 w 958747"/>
              <a:gd name="connsiteY0" fmla="*/ 1584176 h 1715454"/>
              <a:gd name="connsiteX1" fmla="*/ 478427 w 958747"/>
              <a:gd name="connsiteY1" fmla="*/ 0 h 1715454"/>
              <a:gd name="connsiteX2" fmla="*/ 946479 w 958747"/>
              <a:gd name="connsiteY2" fmla="*/ 1584176 h 1715454"/>
              <a:gd name="connsiteX3" fmla="*/ 10375 w 958747"/>
              <a:gd name="connsiteY3" fmla="*/ 1584176 h 1715454"/>
              <a:gd name="connsiteX0" fmla="*/ 14946 w 963318"/>
              <a:gd name="connsiteY0" fmla="*/ 1584176 h 1681539"/>
              <a:gd name="connsiteX1" fmla="*/ 482998 w 963318"/>
              <a:gd name="connsiteY1" fmla="*/ 0 h 1681539"/>
              <a:gd name="connsiteX2" fmla="*/ 951050 w 963318"/>
              <a:gd name="connsiteY2" fmla="*/ 1584176 h 1681539"/>
              <a:gd name="connsiteX3" fmla="*/ 14946 w 963318"/>
              <a:gd name="connsiteY3" fmla="*/ 1584176 h 1681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3318" h="1681539">
                <a:moveTo>
                  <a:pt x="14946" y="1584176"/>
                </a:moveTo>
                <a:cubicBezTo>
                  <a:pt x="-83043" y="1472267"/>
                  <a:pt x="326981" y="0"/>
                  <a:pt x="482998" y="0"/>
                </a:cubicBezTo>
                <a:cubicBezTo>
                  <a:pt x="639015" y="0"/>
                  <a:pt x="1038072" y="1449789"/>
                  <a:pt x="951050" y="1584176"/>
                </a:cubicBezTo>
                <a:cubicBezTo>
                  <a:pt x="857722" y="1728302"/>
                  <a:pt x="115358" y="1698853"/>
                  <a:pt x="14946" y="1584176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700" i="1" dirty="0">
                <a:solidFill>
                  <a:schemeClr val="bg1"/>
                </a:solidFill>
              </a:rPr>
              <a:t>zwischen </a:t>
            </a:r>
            <a:r>
              <a:rPr lang="de-DE" sz="700" b="1" dirty="0">
                <a:solidFill>
                  <a:schemeClr val="bg1"/>
                </a:solidFill>
              </a:rPr>
              <a:t>a</a:t>
            </a:r>
            <a:r>
              <a:rPr lang="de-DE" sz="700" dirty="0">
                <a:solidFill>
                  <a:schemeClr val="bg1"/>
                </a:solidFill>
              </a:rPr>
              <a:t> </a:t>
            </a:r>
            <a:r>
              <a:rPr lang="de-DE" sz="700" i="1" dirty="0">
                <a:solidFill>
                  <a:schemeClr val="bg1"/>
                </a:solidFill>
              </a:rPr>
              <a:t>und</a:t>
            </a:r>
            <a:r>
              <a:rPr lang="de-DE" sz="700" dirty="0">
                <a:solidFill>
                  <a:schemeClr val="bg1"/>
                </a:solidFill>
              </a:rPr>
              <a:t> </a:t>
            </a:r>
            <a:r>
              <a:rPr lang="de-DE" sz="7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Triangle 13">
            <a:extLst>
              <a:ext uri="{FF2B5EF4-FFF2-40B4-BE49-F238E27FC236}">
                <a16:creationId xmlns:a16="http://schemas.microsoft.com/office/drawing/2014/main" id="{4ABFF81F-B265-629F-D3D4-587A47AACD5B}"/>
              </a:ext>
            </a:extLst>
          </p:cNvPr>
          <p:cNvSpPr/>
          <p:nvPr/>
        </p:nvSpPr>
        <p:spPr bwMode="gray">
          <a:xfrm>
            <a:off x="3459447" y="2661036"/>
            <a:ext cx="588331" cy="542913"/>
          </a:xfrm>
          <a:custGeom>
            <a:avLst/>
            <a:gdLst>
              <a:gd name="connsiteX0" fmla="*/ 0 w 936104"/>
              <a:gd name="connsiteY0" fmla="*/ 1584176 h 1584176"/>
              <a:gd name="connsiteX1" fmla="*/ 468052 w 936104"/>
              <a:gd name="connsiteY1" fmla="*/ 0 h 1584176"/>
              <a:gd name="connsiteX2" fmla="*/ 936104 w 936104"/>
              <a:gd name="connsiteY2" fmla="*/ 1584176 h 1584176"/>
              <a:gd name="connsiteX3" fmla="*/ 0 w 936104"/>
              <a:gd name="connsiteY3" fmla="*/ 1584176 h 1584176"/>
              <a:gd name="connsiteX0" fmla="*/ 10201 w 956506"/>
              <a:gd name="connsiteY0" fmla="*/ 1584176 h 1584176"/>
              <a:gd name="connsiteX1" fmla="*/ 478253 w 956506"/>
              <a:gd name="connsiteY1" fmla="*/ 0 h 1584176"/>
              <a:gd name="connsiteX2" fmla="*/ 946305 w 956506"/>
              <a:gd name="connsiteY2" fmla="*/ 1584176 h 1584176"/>
              <a:gd name="connsiteX3" fmla="*/ 10201 w 956506"/>
              <a:gd name="connsiteY3" fmla="*/ 1584176 h 1584176"/>
              <a:gd name="connsiteX0" fmla="*/ 10201 w 956506"/>
              <a:gd name="connsiteY0" fmla="*/ 1584176 h 1717174"/>
              <a:gd name="connsiteX1" fmla="*/ 478253 w 956506"/>
              <a:gd name="connsiteY1" fmla="*/ 0 h 1717174"/>
              <a:gd name="connsiteX2" fmla="*/ 946305 w 956506"/>
              <a:gd name="connsiteY2" fmla="*/ 1584176 h 1717174"/>
              <a:gd name="connsiteX3" fmla="*/ 10201 w 956506"/>
              <a:gd name="connsiteY3" fmla="*/ 1584176 h 1717174"/>
              <a:gd name="connsiteX0" fmla="*/ 10201 w 1018722"/>
              <a:gd name="connsiteY0" fmla="*/ 1584176 h 1717174"/>
              <a:gd name="connsiteX1" fmla="*/ 478253 w 1018722"/>
              <a:gd name="connsiteY1" fmla="*/ 0 h 1717174"/>
              <a:gd name="connsiteX2" fmla="*/ 946305 w 1018722"/>
              <a:gd name="connsiteY2" fmla="*/ 1584176 h 1717174"/>
              <a:gd name="connsiteX3" fmla="*/ 10201 w 1018722"/>
              <a:gd name="connsiteY3" fmla="*/ 1584176 h 1717174"/>
              <a:gd name="connsiteX0" fmla="*/ 10201 w 959015"/>
              <a:gd name="connsiteY0" fmla="*/ 1584176 h 1793983"/>
              <a:gd name="connsiteX1" fmla="*/ 478253 w 959015"/>
              <a:gd name="connsiteY1" fmla="*/ 0 h 1793983"/>
              <a:gd name="connsiteX2" fmla="*/ 946305 w 959015"/>
              <a:gd name="connsiteY2" fmla="*/ 1584176 h 1793983"/>
              <a:gd name="connsiteX3" fmla="*/ 10201 w 959015"/>
              <a:gd name="connsiteY3" fmla="*/ 1584176 h 1793983"/>
              <a:gd name="connsiteX0" fmla="*/ 10201 w 958573"/>
              <a:gd name="connsiteY0" fmla="*/ 1584176 h 1755253"/>
              <a:gd name="connsiteX1" fmla="*/ 478253 w 958573"/>
              <a:gd name="connsiteY1" fmla="*/ 0 h 1755253"/>
              <a:gd name="connsiteX2" fmla="*/ 946305 w 958573"/>
              <a:gd name="connsiteY2" fmla="*/ 1584176 h 1755253"/>
              <a:gd name="connsiteX3" fmla="*/ 10201 w 958573"/>
              <a:gd name="connsiteY3" fmla="*/ 1584176 h 1755253"/>
              <a:gd name="connsiteX0" fmla="*/ 24204 w 972576"/>
              <a:gd name="connsiteY0" fmla="*/ 1584176 h 1718293"/>
              <a:gd name="connsiteX1" fmla="*/ 492256 w 972576"/>
              <a:gd name="connsiteY1" fmla="*/ 0 h 1718293"/>
              <a:gd name="connsiteX2" fmla="*/ 960308 w 972576"/>
              <a:gd name="connsiteY2" fmla="*/ 1584176 h 1718293"/>
              <a:gd name="connsiteX3" fmla="*/ 24204 w 972576"/>
              <a:gd name="connsiteY3" fmla="*/ 1584176 h 1718293"/>
              <a:gd name="connsiteX0" fmla="*/ 10375 w 958747"/>
              <a:gd name="connsiteY0" fmla="*/ 1584176 h 1715454"/>
              <a:gd name="connsiteX1" fmla="*/ 478427 w 958747"/>
              <a:gd name="connsiteY1" fmla="*/ 0 h 1715454"/>
              <a:gd name="connsiteX2" fmla="*/ 946479 w 958747"/>
              <a:gd name="connsiteY2" fmla="*/ 1584176 h 1715454"/>
              <a:gd name="connsiteX3" fmla="*/ 10375 w 958747"/>
              <a:gd name="connsiteY3" fmla="*/ 1584176 h 1715454"/>
              <a:gd name="connsiteX0" fmla="*/ 14946 w 963318"/>
              <a:gd name="connsiteY0" fmla="*/ 1584176 h 1681539"/>
              <a:gd name="connsiteX1" fmla="*/ 482998 w 963318"/>
              <a:gd name="connsiteY1" fmla="*/ 0 h 1681539"/>
              <a:gd name="connsiteX2" fmla="*/ 951050 w 963318"/>
              <a:gd name="connsiteY2" fmla="*/ 1584176 h 1681539"/>
              <a:gd name="connsiteX3" fmla="*/ 14946 w 963318"/>
              <a:gd name="connsiteY3" fmla="*/ 1584176 h 1681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3318" h="1681539">
                <a:moveTo>
                  <a:pt x="14946" y="1584176"/>
                </a:moveTo>
                <a:cubicBezTo>
                  <a:pt x="-83043" y="1472267"/>
                  <a:pt x="326981" y="0"/>
                  <a:pt x="482998" y="0"/>
                </a:cubicBezTo>
                <a:cubicBezTo>
                  <a:pt x="639015" y="0"/>
                  <a:pt x="1038072" y="1449789"/>
                  <a:pt x="951050" y="1584176"/>
                </a:cubicBezTo>
                <a:cubicBezTo>
                  <a:pt x="857722" y="1728302"/>
                  <a:pt x="115358" y="1698853"/>
                  <a:pt x="14946" y="1584176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700" i="1" dirty="0">
                <a:solidFill>
                  <a:schemeClr val="bg1"/>
                </a:solidFill>
              </a:rPr>
              <a:t>zwischen </a:t>
            </a:r>
            <a:r>
              <a:rPr lang="de-DE" sz="700" b="1" i="1" dirty="0">
                <a:solidFill>
                  <a:schemeClr val="bg1"/>
                </a:solidFill>
              </a:rPr>
              <a:t>b</a:t>
            </a:r>
            <a:r>
              <a:rPr lang="de-DE" sz="700" dirty="0">
                <a:solidFill>
                  <a:schemeClr val="bg1"/>
                </a:solidFill>
              </a:rPr>
              <a:t> </a:t>
            </a:r>
            <a:r>
              <a:rPr lang="de-DE" sz="700" i="1" dirty="0">
                <a:solidFill>
                  <a:schemeClr val="bg1"/>
                </a:solidFill>
              </a:rPr>
              <a:t>und</a:t>
            </a:r>
            <a:r>
              <a:rPr lang="de-DE" sz="700" dirty="0">
                <a:solidFill>
                  <a:schemeClr val="bg1"/>
                </a:solidFill>
              </a:rPr>
              <a:t> </a:t>
            </a:r>
            <a:r>
              <a:rPr lang="de-DE" sz="7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7" name="Triangle 13">
            <a:extLst>
              <a:ext uri="{FF2B5EF4-FFF2-40B4-BE49-F238E27FC236}">
                <a16:creationId xmlns:a16="http://schemas.microsoft.com/office/drawing/2014/main" id="{32E07890-FB9F-E8C7-B6D2-DEB8B2F942A2}"/>
              </a:ext>
            </a:extLst>
          </p:cNvPr>
          <p:cNvSpPr/>
          <p:nvPr/>
        </p:nvSpPr>
        <p:spPr bwMode="gray">
          <a:xfrm>
            <a:off x="4090238" y="2658835"/>
            <a:ext cx="588331" cy="542913"/>
          </a:xfrm>
          <a:custGeom>
            <a:avLst/>
            <a:gdLst>
              <a:gd name="connsiteX0" fmla="*/ 0 w 936104"/>
              <a:gd name="connsiteY0" fmla="*/ 1584176 h 1584176"/>
              <a:gd name="connsiteX1" fmla="*/ 468052 w 936104"/>
              <a:gd name="connsiteY1" fmla="*/ 0 h 1584176"/>
              <a:gd name="connsiteX2" fmla="*/ 936104 w 936104"/>
              <a:gd name="connsiteY2" fmla="*/ 1584176 h 1584176"/>
              <a:gd name="connsiteX3" fmla="*/ 0 w 936104"/>
              <a:gd name="connsiteY3" fmla="*/ 1584176 h 1584176"/>
              <a:gd name="connsiteX0" fmla="*/ 10201 w 956506"/>
              <a:gd name="connsiteY0" fmla="*/ 1584176 h 1584176"/>
              <a:gd name="connsiteX1" fmla="*/ 478253 w 956506"/>
              <a:gd name="connsiteY1" fmla="*/ 0 h 1584176"/>
              <a:gd name="connsiteX2" fmla="*/ 946305 w 956506"/>
              <a:gd name="connsiteY2" fmla="*/ 1584176 h 1584176"/>
              <a:gd name="connsiteX3" fmla="*/ 10201 w 956506"/>
              <a:gd name="connsiteY3" fmla="*/ 1584176 h 1584176"/>
              <a:gd name="connsiteX0" fmla="*/ 10201 w 956506"/>
              <a:gd name="connsiteY0" fmla="*/ 1584176 h 1717174"/>
              <a:gd name="connsiteX1" fmla="*/ 478253 w 956506"/>
              <a:gd name="connsiteY1" fmla="*/ 0 h 1717174"/>
              <a:gd name="connsiteX2" fmla="*/ 946305 w 956506"/>
              <a:gd name="connsiteY2" fmla="*/ 1584176 h 1717174"/>
              <a:gd name="connsiteX3" fmla="*/ 10201 w 956506"/>
              <a:gd name="connsiteY3" fmla="*/ 1584176 h 1717174"/>
              <a:gd name="connsiteX0" fmla="*/ 10201 w 1018722"/>
              <a:gd name="connsiteY0" fmla="*/ 1584176 h 1717174"/>
              <a:gd name="connsiteX1" fmla="*/ 478253 w 1018722"/>
              <a:gd name="connsiteY1" fmla="*/ 0 h 1717174"/>
              <a:gd name="connsiteX2" fmla="*/ 946305 w 1018722"/>
              <a:gd name="connsiteY2" fmla="*/ 1584176 h 1717174"/>
              <a:gd name="connsiteX3" fmla="*/ 10201 w 1018722"/>
              <a:gd name="connsiteY3" fmla="*/ 1584176 h 1717174"/>
              <a:gd name="connsiteX0" fmla="*/ 10201 w 959015"/>
              <a:gd name="connsiteY0" fmla="*/ 1584176 h 1793983"/>
              <a:gd name="connsiteX1" fmla="*/ 478253 w 959015"/>
              <a:gd name="connsiteY1" fmla="*/ 0 h 1793983"/>
              <a:gd name="connsiteX2" fmla="*/ 946305 w 959015"/>
              <a:gd name="connsiteY2" fmla="*/ 1584176 h 1793983"/>
              <a:gd name="connsiteX3" fmla="*/ 10201 w 959015"/>
              <a:gd name="connsiteY3" fmla="*/ 1584176 h 1793983"/>
              <a:gd name="connsiteX0" fmla="*/ 10201 w 958573"/>
              <a:gd name="connsiteY0" fmla="*/ 1584176 h 1755253"/>
              <a:gd name="connsiteX1" fmla="*/ 478253 w 958573"/>
              <a:gd name="connsiteY1" fmla="*/ 0 h 1755253"/>
              <a:gd name="connsiteX2" fmla="*/ 946305 w 958573"/>
              <a:gd name="connsiteY2" fmla="*/ 1584176 h 1755253"/>
              <a:gd name="connsiteX3" fmla="*/ 10201 w 958573"/>
              <a:gd name="connsiteY3" fmla="*/ 1584176 h 1755253"/>
              <a:gd name="connsiteX0" fmla="*/ 24204 w 972576"/>
              <a:gd name="connsiteY0" fmla="*/ 1584176 h 1718293"/>
              <a:gd name="connsiteX1" fmla="*/ 492256 w 972576"/>
              <a:gd name="connsiteY1" fmla="*/ 0 h 1718293"/>
              <a:gd name="connsiteX2" fmla="*/ 960308 w 972576"/>
              <a:gd name="connsiteY2" fmla="*/ 1584176 h 1718293"/>
              <a:gd name="connsiteX3" fmla="*/ 24204 w 972576"/>
              <a:gd name="connsiteY3" fmla="*/ 1584176 h 1718293"/>
              <a:gd name="connsiteX0" fmla="*/ 10375 w 958747"/>
              <a:gd name="connsiteY0" fmla="*/ 1584176 h 1715454"/>
              <a:gd name="connsiteX1" fmla="*/ 478427 w 958747"/>
              <a:gd name="connsiteY1" fmla="*/ 0 h 1715454"/>
              <a:gd name="connsiteX2" fmla="*/ 946479 w 958747"/>
              <a:gd name="connsiteY2" fmla="*/ 1584176 h 1715454"/>
              <a:gd name="connsiteX3" fmla="*/ 10375 w 958747"/>
              <a:gd name="connsiteY3" fmla="*/ 1584176 h 1715454"/>
              <a:gd name="connsiteX0" fmla="*/ 14946 w 963318"/>
              <a:gd name="connsiteY0" fmla="*/ 1584176 h 1681539"/>
              <a:gd name="connsiteX1" fmla="*/ 482998 w 963318"/>
              <a:gd name="connsiteY1" fmla="*/ 0 h 1681539"/>
              <a:gd name="connsiteX2" fmla="*/ 951050 w 963318"/>
              <a:gd name="connsiteY2" fmla="*/ 1584176 h 1681539"/>
              <a:gd name="connsiteX3" fmla="*/ 14946 w 963318"/>
              <a:gd name="connsiteY3" fmla="*/ 1584176 h 1681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3318" h="1681539">
                <a:moveTo>
                  <a:pt x="14946" y="1584176"/>
                </a:moveTo>
                <a:cubicBezTo>
                  <a:pt x="-83043" y="1472267"/>
                  <a:pt x="326981" y="0"/>
                  <a:pt x="482998" y="0"/>
                </a:cubicBezTo>
                <a:cubicBezTo>
                  <a:pt x="639015" y="0"/>
                  <a:pt x="1038072" y="1449789"/>
                  <a:pt x="951050" y="1584176"/>
                </a:cubicBezTo>
                <a:cubicBezTo>
                  <a:pt x="857722" y="1728302"/>
                  <a:pt x="115358" y="1698853"/>
                  <a:pt x="14946" y="1584176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700" i="1" dirty="0">
                <a:solidFill>
                  <a:schemeClr val="bg1"/>
                </a:solidFill>
              </a:rPr>
              <a:t>zwischen </a:t>
            </a:r>
            <a:r>
              <a:rPr lang="de-DE" sz="700" b="1" i="1" dirty="0">
                <a:solidFill>
                  <a:schemeClr val="bg1"/>
                </a:solidFill>
              </a:rPr>
              <a:t>c</a:t>
            </a:r>
            <a:r>
              <a:rPr lang="de-DE" sz="700" dirty="0">
                <a:solidFill>
                  <a:schemeClr val="bg1"/>
                </a:solidFill>
              </a:rPr>
              <a:t> </a:t>
            </a:r>
            <a:r>
              <a:rPr lang="de-DE" sz="700" i="1" dirty="0">
                <a:solidFill>
                  <a:schemeClr val="bg1"/>
                </a:solidFill>
              </a:rPr>
              <a:t>und</a:t>
            </a:r>
            <a:r>
              <a:rPr lang="de-DE" sz="700" dirty="0">
                <a:solidFill>
                  <a:schemeClr val="bg1"/>
                </a:solidFill>
              </a:rPr>
              <a:t> </a:t>
            </a:r>
            <a:r>
              <a:rPr lang="de-DE" sz="7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8" name="Triangle 13">
            <a:extLst>
              <a:ext uri="{FF2B5EF4-FFF2-40B4-BE49-F238E27FC236}">
                <a16:creationId xmlns:a16="http://schemas.microsoft.com/office/drawing/2014/main" id="{847EA120-0794-F160-2356-BE67468B6BB0}"/>
              </a:ext>
            </a:extLst>
          </p:cNvPr>
          <p:cNvSpPr/>
          <p:nvPr/>
        </p:nvSpPr>
        <p:spPr bwMode="gray">
          <a:xfrm>
            <a:off x="4721029" y="2657888"/>
            <a:ext cx="588331" cy="542913"/>
          </a:xfrm>
          <a:custGeom>
            <a:avLst/>
            <a:gdLst>
              <a:gd name="connsiteX0" fmla="*/ 0 w 936104"/>
              <a:gd name="connsiteY0" fmla="*/ 1584176 h 1584176"/>
              <a:gd name="connsiteX1" fmla="*/ 468052 w 936104"/>
              <a:gd name="connsiteY1" fmla="*/ 0 h 1584176"/>
              <a:gd name="connsiteX2" fmla="*/ 936104 w 936104"/>
              <a:gd name="connsiteY2" fmla="*/ 1584176 h 1584176"/>
              <a:gd name="connsiteX3" fmla="*/ 0 w 936104"/>
              <a:gd name="connsiteY3" fmla="*/ 1584176 h 1584176"/>
              <a:gd name="connsiteX0" fmla="*/ 10201 w 956506"/>
              <a:gd name="connsiteY0" fmla="*/ 1584176 h 1584176"/>
              <a:gd name="connsiteX1" fmla="*/ 478253 w 956506"/>
              <a:gd name="connsiteY1" fmla="*/ 0 h 1584176"/>
              <a:gd name="connsiteX2" fmla="*/ 946305 w 956506"/>
              <a:gd name="connsiteY2" fmla="*/ 1584176 h 1584176"/>
              <a:gd name="connsiteX3" fmla="*/ 10201 w 956506"/>
              <a:gd name="connsiteY3" fmla="*/ 1584176 h 1584176"/>
              <a:gd name="connsiteX0" fmla="*/ 10201 w 956506"/>
              <a:gd name="connsiteY0" fmla="*/ 1584176 h 1717174"/>
              <a:gd name="connsiteX1" fmla="*/ 478253 w 956506"/>
              <a:gd name="connsiteY1" fmla="*/ 0 h 1717174"/>
              <a:gd name="connsiteX2" fmla="*/ 946305 w 956506"/>
              <a:gd name="connsiteY2" fmla="*/ 1584176 h 1717174"/>
              <a:gd name="connsiteX3" fmla="*/ 10201 w 956506"/>
              <a:gd name="connsiteY3" fmla="*/ 1584176 h 1717174"/>
              <a:gd name="connsiteX0" fmla="*/ 10201 w 1018722"/>
              <a:gd name="connsiteY0" fmla="*/ 1584176 h 1717174"/>
              <a:gd name="connsiteX1" fmla="*/ 478253 w 1018722"/>
              <a:gd name="connsiteY1" fmla="*/ 0 h 1717174"/>
              <a:gd name="connsiteX2" fmla="*/ 946305 w 1018722"/>
              <a:gd name="connsiteY2" fmla="*/ 1584176 h 1717174"/>
              <a:gd name="connsiteX3" fmla="*/ 10201 w 1018722"/>
              <a:gd name="connsiteY3" fmla="*/ 1584176 h 1717174"/>
              <a:gd name="connsiteX0" fmla="*/ 10201 w 959015"/>
              <a:gd name="connsiteY0" fmla="*/ 1584176 h 1793983"/>
              <a:gd name="connsiteX1" fmla="*/ 478253 w 959015"/>
              <a:gd name="connsiteY1" fmla="*/ 0 h 1793983"/>
              <a:gd name="connsiteX2" fmla="*/ 946305 w 959015"/>
              <a:gd name="connsiteY2" fmla="*/ 1584176 h 1793983"/>
              <a:gd name="connsiteX3" fmla="*/ 10201 w 959015"/>
              <a:gd name="connsiteY3" fmla="*/ 1584176 h 1793983"/>
              <a:gd name="connsiteX0" fmla="*/ 10201 w 958573"/>
              <a:gd name="connsiteY0" fmla="*/ 1584176 h 1755253"/>
              <a:gd name="connsiteX1" fmla="*/ 478253 w 958573"/>
              <a:gd name="connsiteY1" fmla="*/ 0 h 1755253"/>
              <a:gd name="connsiteX2" fmla="*/ 946305 w 958573"/>
              <a:gd name="connsiteY2" fmla="*/ 1584176 h 1755253"/>
              <a:gd name="connsiteX3" fmla="*/ 10201 w 958573"/>
              <a:gd name="connsiteY3" fmla="*/ 1584176 h 1755253"/>
              <a:gd name="connsiteX0" fmla="*/ 24204 w 972576"/>
              <a:gd name="connsiteY0" fmla="*/ 1584176 h 1718293"/>
              <a:gd name="connsiteX1" fmla="*/ 492256 w 972576"/>
              <a:gd name="connsiteY1" fmla="*/ 0 h 1718293"/>
              <a:gd name="connsiteX2" fmla="*/ 960308 w 972576"/>
              <a:gd name="connsiteY2" fmla="*/ 1584176 h 1718293"/>
              <a:gd name="connsiteX3" fmla="*/ 24204 w 972576"/>
              <a:gd name="connsiteY3" fmla="*/ 1584176 h 1718293"/>
              <a:gd name="connsiteX0" fmla="*/ 10375 w 958747"/>
              <a:gd name="connsiteY0" fmla="*/ 1584176 h 1715454"/>
              <a:gd name="connsiteX1" fmla="*/ 478427 w 958747"/>
              <a:gd name="connsiteY1" fmla="*/ 0 h 1715454"/>
              <a:gd name="connsiteX2" fmla="*/ 946479 w 958747"/>
              <a:gd name="connsiteY2" fmla="*/ 1584176 h 1715454"/>
              <a:gd name="connsiteX3" fmla="*/ 10375 w 958747"/>
              <a:gd name="connsiteY3" fmla="*/ 1584176 h 1715454"/>
              <a:gd name="connsiteX0" fmla="*/ 14946 w 963318"/>
              <a:gd name="connsiteY0" fmla="*/ 1584176 h 1681539"/>
              <a:gd name="connsiteX1" fmla="*/ 482998 w 963318"/>
              <a:gd name="connsiteY1" fmla="*/ 0 h 1681539"/>
              <a:gd name="connsiteX2" fmla="*/ 951050 w 963318"/>
              <a:gd name="connsiteY2" fmla="*/ 1584176 h 1681539"/>
              <a:gd name="connsiteX3" fmla="*/ 14946 w 963318"/>
              <a:gd name="connsiteY3" fmla="*/ 1584176 h 1681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3318" h="1681539">
                <a:moveTo>
                  <a:pt x="14946" y="1584176"/>
                </a:moveTo>
                <a:cubicBezTo>
                  <a:pt x="-83043" y="1472267"/>
                  <a:pt x="326981" y="0"/>
                  <a:pt x="482998" y="0"/>
                </a:cubicBezTo>
                <a:cubicBezTo>
                  <a:pt x="639015" y="0"/>
                  <a:pt x="1038072" y="1449789"/>
                  <a:pt x="951050" y="1584176"/>
                </a:cubicBezTo>
                <a:cubicBezTo>
                  <a:pt x="857722" y="1728302"/>
                  <a:pt x="115358" y="1698853"/>
                  <a:pt x="14946" y="1584176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700" i="1" dirty="0">
                <a:solidFill>
                  <a:schemeClr val="bg1"/>
                </a:solidFill>
              </a:rPr>
              <a:t>zwischen </a:t>
            </a:r>
            <a:r>
              <a:rPr lang="de-DE" sz="700" b="1" i="1" dirty="0">
                <a:solidFill>
                  <a:schemeClr val="bg1"/>
                </a:solidFill>
              </a:rPr>
              <a:t>d</a:t>
            </a:r>
            <a:r>
              <a:rPr lang="de-DE" sz="700" dirty="0">
                <a:solidFill>
                  <a:schemeClr val="bg1"/>
                </a:solidFill>
              </a:rPr>
              <a:t> </a:t>
            </a:r>
            <a:r>
              <a:rPr lang="de-DE" sz="700" i="1" dirty="0">
                <a:solidFill>
                  <a:schemeClr val="bg1"/>
                </a:solidFill>
              </a:rPr>
              <a:t>und</a:t>
            </a:r>
            <a:r>
              <a:rPr lang="de-DE" sz="700" dirty="0">
                <a:solidFill>
                  <a:schemeClr val="bg1"/>
                </a:solidFill>
              </a:rPr>
              <a:t> </a:t>
            </a:r>
            <a:r>
              <a:rPr lang="de-DE" sz="7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9" name="Triangle 13">
            <a:extLst>
              <a:ext uri="{FF2B5EF4-FFF2-40B4-BE49-F238E27FC236}">
                <a16:creationId xmlns:a16="http://schemas.microsoft.com/office/drawing/2014/main" id="{C8BC56BD-B3F3-9052-7040-AFA3FA13059B}"/>
              </a:ext>
            </a:extLst>
          </p:cNvPr>
          <p:cNvSpPr/>
          <p:nvPr/>
        </p:nvSpPr>
        <p:spPr bwMode="gray">
          <a:xfrm>
            <a:off x="5351821" y="2216551"/>
            <a:ext cx="588331" cy="994074"/>
          </a:xfrm>
          <a:custGeom>
            <a:avLst/>
            <a:gdLst>
              <a:gd name="connsiteX0" fmla="*/ 0 w 936104"/>
              <a:gd name="connsiteY0" fmla="*/ 1584176 h 1584176"/>
              <a:gd name="connsiteX1" fmla="*/ 468052 w 936104"/>
              <a:gd name="connsiteY1" fmla="*/ 0 h 1584176"/>
              <a:gd name="connsiteX2" fmla="*/ 936104 w 936104"/>
              <a:gd name="connsiteY2" fmla="*/ 1584176 h 1584176"/>
              <a:gd name="connsiteX3" fmla="*/ 0 w 936104"/>
              <a:gd name="connsiteY3" fmla="*/ 1584176 h 1584176"/>
              <a:gd name="connsiteX0" fmla="*/ 10201 w 956506"/>
              <a:gd name="connsiteY0" fmla="*/ 1584176 h 1584176"/>
              <a:gd name="connsiteX1" fmla="*/ 478253 w 956506"/>
              <a:gd name="connsiteY1" fmla="*/ 0 h 1584176"/>
              <a:gd name="connsiteX2" fmla="*/ 946305 w 956506"/>
              <a:gd name="connsiteY2" fmla="*/ 1584176 h 1584176"/>
              <a:gd name="connsiteX3" fmla="*/ 10201 w 956506"/>
              <a:gd name="connsiteY3" fmla="*/ 1584176 h 1584176"/>
              <a:gd name="connsiteX0" fmla="*/ 10201 w 956506"/>
              <a:gd name="connsiteY0" fmla="*/ 1584176 h 1717174"/>
              <a:gd name="connsiteX1" fmla="*/ 478253 w 956506"/>
              <a:gd name="connsiteY1" fmla="*/ 0 h 1717174"/>
              <a:gd name="connsiteX2" fmla="*/ 946305 w 956506"/>
              <a:gd name="connsiteY2" fmla="*/ 1584176 h 1717174"/>
              <a:gd name="connsiteX3" fmla="*/ 10201 w 956506"/>
              <a:gd name="connsiteY3" fmla="*/ 1584176 h 1717174"/>
              <a:gd name="connsiteX0" fmla="*/ 10201 w 1018722"/>
              <a:gd name="connsiteY0" fmla="*/ 1584176 h 1717174"/>
              <a:gd name="connsiteX1" fmla="*/ 478253 w 1018722"/>
              <a:gd name="connsiteY1" fmla="*/ 0 h 1717174"/>
              <a:gd name="connsiteX2" fmla="*/ 946305 w 1018722"/>
              <a:gd name="connsiteY2" fmla="*/ 1584176 h 1717174"/>
              <a:gd name="connsiteX3" fmla="*/ 10201 w 1018722"/>
              <a:gd name="connsiteY3" fmla="*/ 1584176 h 1717174"/>
              <a:gd name="connsiteX0" fmla="*/ 10201 w 959015"/>
              <a:gd name="connsiteY0" fmla="*/ 1584176 h 1793983"/>
              <a:gd name="connsiteX1" fmla="*/ 478253 w 959015"/>
              <a:gd name="connsiteY1" fmla="*/ 0 h 1793983"/>
              <a:gd name="connsiteX2" fmla="*/ 946305 w 959015"/>
              <a:gd name="connsiteY2" fmla="*/ 1584176 h 1793983"/>
              <a:gd name="connsiteX3" fmla="*/ 10201 w 959015"/>
              <a:gd name="connsiteY3" fmla="*/ 1584176 h 1793983"/>
              <a:gd name="connsiteX0" fmla="*/ 10201 w 958573"/>
              <a:gd name="connsiteY0" fmla="*/ 1584176 h 1755253"/>
              <a:gd name="connsiteX1" fmla="*/ 478253 w 958573"/>
              <a:gd name="connsiteY1" fmla="*/ 0 h 1755253"/>
              <a:gd name="connsiteX2" fmla="*/ 946305 w 958573"/>
              <a:gd name="connsiteY2" fmla="*/ 1584176 h 1755253"/>
              <a:gd name="connsiteX3" fmla="*/ 10201 w 958573"/>
              <a:gd name="connsiteY3" fmla="*/ 1584176 h 1755253"/>
              <a:gd name="connsiteX0" fmla="*/ 24204 w 972576"/>
              <a:gd name="connsiteY0" fmla="*/ 1584176 h 1718293"/>
              <a:gd name="connsiteX1" fmla="*/ 492256 w 972576"/>
              <a:gd name="connsiteY1" fmla="*/ 0 h 1718293"/>
              <a:gd name="connsiteX2" fmla="*/ 960308 w 972576"/>
              <a:gd name="connsiteY2" fmla="*/ 1584176 h 1718293"/>
              <a:gd name="connsiteX3" fmla="*/ 24204 w 972576"/>
              <a:gd name="connsiteY3" fmla="*/ 1584176 h 1718293"/>
              <a:gd name="connsiteX0" fmla="*/ 10375 w 958747"/>
              <a:gd name="connsiteY0" fmla="*/ 1584176 h 1715454"/>
              <a:gd name="connsiteX1" fmla="*/ 478427 w 958747"/>
              <a:gd name="connsiteY1" fmla="*/ 0 h 1715454"/>
              <a:gd name="connsiteX2" fmla="*/ 946479 w 958747"/>
              <a:gd name="connsiteY2" fmla="*/ 1584176 h 1715454"/>
              <a:gd name="connsiteX3" fmla="*/ 10375 w 958747"/>
              <a:gd name="connsiteY3" fmla="*/ 1584176 h 1715454"/>
              <a:gd name="connsiteX0" fmla="*/ 14946 w 963318"/>
              <a:gd name="connsiteY0" fmla="*/ 1584176 h 1681539"/>
              <a:gd name="connsiteX1" fmla="*/ 482998 w 963318"/>
              <a:gd name="connsiteY1" fmla="*/ 0 h 1681539"/>
              <a:gd name="connsiteX2" fmla="*/ 951050 w 963318"/>
              <a:gd name="connsiteY2" fmla="*/ 1584176 h 1681539"/>
              <a:gd name="connsiteX3" fmla="*/ 14946 w 963318"/>
              <a:gd name="connsiteY3" fmla="*/ 1584176 h 1681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3318" h="1681539">
                <a:moveTo>
                  <a:pt x="14946" y="1584176"/>
                </a:moveTo>
                <a:cubicBezTo>
                  <a:pt x="-83043" y="1472267"/>
                  <a:pt x="326981" y="0"/>
                  <a:pt x="482998" y="0"/>
                </a:cubicBezTo>
                <a:cubicBezTo>
                  <a:pt x="639015" y="0"/>
                  <a:pt x="1038072" y="1449789"/>
                  <a:pt x="951050" y="1584176"/>
                </a:cubicBezTo>
                <a:cubicBezTo>
                  <a:pt x="857722" y="1728302"/>
                  <a:pt x="115358" y="1698853"/>
                  <a:pt x="14946" y="1584176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700" i="1" dirty="0">
                <a:solidFill>
                  <a:schemeClr val="bg1"/>
                </a:solidFill>
              </a:rPr>
              <a:t>Größer als </a:t>
            </a:r>
            <a:r>
              <a:rPr lang="de-DE" sz="700" b="1" i="1" dirty="0">
                <a:solidFill>
                  <a:schemeClr val="bg1"/>
                </a:solidFill>
              </a:rPr>
              <a:t>e</a:t>
            </a:r>
            <a:endParaRPr lang="de-DE" sz="700" b="1" dirty="0">
              <a:solidFill>
                <a:schemeClr val="bg1"/>
              </a:solidFill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F8D4549-3D1B-8300-C08F-EA7E8878E314}"/>
              </a:ext>
            </a:extLst>
          </p:cNvPr>
          <p:cNvSpPr/>
          <p:nvPr/>
        </p:nvSpPr>
        <p:spPr bwMode="gray">
          <a:xfrm>
            <a:off x="3347864" y="3867894"/>
            <a:ext cx="216024" cy="21602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7A1AE88-2AED-2A80-BD92-E9CD14473014}"/>
              </a:ext>
            </a:extLst>
          </p:cNvPr>
          <p:cNvCxnSpPr>
            <a:cxnSpLocks/>
            <a:stCxn id="57" idx="3"/>
            <a:endCxn id="45" idx="1"/>
          </p:cNvCxnSpPr>
          <p:nvPr/>
        </p:nvCxnSpPr>
        <p:spPr bwMode="gray">
          <a:xfrm flipH="1">
            <a:off x="3121510" y="4052282"/>
            <a:ext cx="257990" cy="18986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AE98595-B38C-A9FB-57E1-63FE9B7E6F1F}"/>
              </a:ext>
            </a:extLst>
          </p:cNvPr>
          <p:cNvCxnSpPr>
            <a:cxnSpLocks/>
            <a:stCxn id="57" idx="5"/>
            <a:endCxn id="46" idx="1"/>
          </p:cNvCxnSpPr>
          <p:nvPr/>
        </p:nvCxnSpPr>
        <p:spPr bwMode="gray">
          <a:xfrm>
            <a:off x="3532252" y="4052282"/>
            <a:ext cx="220049" cy="18986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CF4D7920-6377-DAD8-74FA-1444B5FE5F21}"/>
              </a:ext>
            </a:extLst>
          </p:cNvPr>
          <p:cNvSpPr/>
          <p:nvPr/>
        </p:nvSpPr>
        <p:spPr bwMode="gray">
          <a:xfrm>
            <a:off x="4572000" y="3867894"/>
            <a:ext cx="216024" cy="21602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21FD843-BC3B-80DF-9EF4-A26C7676A744}"/>
              </a:ext>
            </a:extLst>
          </p:cNvPr>
          <p:cNvCxnSpPr>
            <a:cxnSpLocks/>
            <a:stCxn id="60" idx="3"/>
            <a:endCxn id="47" idx="1"/>
          </p:cNvCxnSpPr>
          <p:nvPr/>
        </p:nvCxnSpPr>
        <p:spPr bwMode="gray">
          <a:xfrm flipH="1">
            <a:off x="4383092" y="4052282"/>
            <a:ext cx="220544" cy="18766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E06851A-578B-24B5-CD60-881C11DEC61C}"/>
              </a:ext>
            </a:extLst>
          </p:cNvPr>
          <p:cNvCxnSpPr>
            <a:cxnSpLocks/>
            <a:stCxn id="60" idx="5"/>
            <a:endCxn id="48" idx="1"/>
          </p:cNvCxnSpPr>
          <p:nvPr/>
        </p:nvCxnSpPr>
        <p:spPr bwMode="gray">
          <a:xfrm>
            <a:off x="4756388" y="4052282"/>
            <a:ext cx="257495" cy="1867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D5FFD75-F9C9-A945-00DE-C67897B4E684}"/>
              </a:ext>
            </a:extLst>
          </p:cNvPr>
          <p:cNvCxnSpPr>
            <a:cxnSpLocks/>
            <a:endCxn id="57" idx="7"/>
          </p:cNvCxnSpPr>
          <p:nvPr/>
        </p:nvCxnSpPr>
        <p:spPr bwMode="gray">
          <a:xfrm flipH="1">
            <a:off x="3532252" y="3598133"/>
            <a:ext cx="547698" cy="30139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9D09137D-5EA0-0880-4EC5-FC486CE436B5}"/>
              </a:ext>
            </a:extLst>
          </p:cNvPr>
          <p:cNvCxnSpPr>
            <a:cxnSpLocks/>
            <a:endCxn id="60" idx="0"/>
          </p:cNvCxnSpPr>
          <p:nvPr/>
        </p:nvCxnSpPr>
        <p:spPr bwMode="gray">
          <a:xfrm>
            <a:off x="4164812" y="3598133"/>
            <a:ext cx="515200" cy="26976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0CD72BE0-431B-256B-94CB-2FA6E55AD5EB}"/>
              </a:ext>
            </a:extLst>
          </p:cNvPr>
          <p:cNvCxnSpPr>
            <a:cxnSpLocks/>
            <a:endCxn id="44" idx="1"/>
          </p:cNvCxnSpPr>
          <p:nvPr/>
        </p:nvCxnSpPr>
        <p:spPr bwMode="gray">
          <a:xfrm flipH="1">
            <a:off x="2490719" y="3595812"/>
            <a:ext cx="1400323" cy="21411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2FC7CE32-6339-4D79-899C-12B024E5A69A}"/>
              </a:ext>
            </a:extLst>
          </p:cNvPr>
          <p:cNvCxnSpPr>
            <a:cxnSpLocks/>
            <a:stCxn id="67" idx="4"/>
            <a:endCxn id="49" idx="1"/>
          </p:cNvCxnSpPr>
          <p:nvPr/>
        </p:nvCxnSpPr>
        <p:spPr bwMode="gray">
          <a:xfrm>
            <a:off x="4353720" y="3609062"/>
            <a:ext cx="1290955" cy="1886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rminator 30">
            <a:extLst>
              <a:ext uri="{FF2B5EF4-FFF2-40B4-BE49-F238E27FC236}">
                <a16:creationId xmlns:a16="http://schemas.microsoft.com/office/drawing/2014/main" id="{71C18C1B-CE8D-F0EA-B644-CD6D83BCF233}"/>
              </a:ext>
            </a:extLst>
          </p:cNvPr>
          <p:cNvSpPr/>
          <p:nvPr/>
        </p:nvSpPr>
        <p:spPr bwMode="gray">
          <a:xfrm>
            <a:off x="3833778" y="3393038"/>
            <a:ext cx="619628" cy="218644"/>
          </a:xfrm>
          <a:custGeom>
            <a:avLst/>
            <a:gdLst>
              <a:gd name="connsiteX0" fmla="*/ 3475 w 21600"/>
              <a:gd name="connsiteY0" fmla="*/ 0 h 21600"/>
              <a:gd name="connsiteX1" fmla="*/ 18125 w 21600"/>
              <a:gd name="connsiteY1" fmla="*/ 0 h 21600"/>
              <a:gd name="connsiteX2" fmla="*/ 21600 w 21600"/>
              <a:gd name="connsiteY2" fmla="*/ 10800 h 21600"/>
              <a:gd name="connsiteX3" fmla="*/ 18125 w 21600"/>
              <a:gd name="connsiteY3" fmla="*/ 21600 h 21600"/>
              <a:gd name="connsiteX4" fmla="*/ 3475 w 21600"/>
              <a:gd name="connsiteY4" fmla="*/ 21600 h 21600"/>
              <a:gd name="connsiteX5" fmla="*/ 0 w 21600"/>
              <a:gd name="connsiteY5" fmla="*/ 10800 h 21600"/>
              <a:gd name="connsiteX6" fmla="*/ 3475 w 21600"/>
              <a:gd name="connsiteY6" fmla="*/ 0 h 21600"/>
              <a:gd name="connsiteX0" fmla="*/ 3475 w 21600"/>
              <a:gd name="connsiteY0" fmla="*/ 0 h 21600"/>
              <a:gd name="connsiteX1" fmla="*/ 10518 w 21600"/>
              <a:gd name="connsiteY1" fmla="*/ 421 h 21600"/>
              <a:gd name="connsiteX2" fmla="*/ 18125 w 21600"/>
              <a:gd name="connsiteY2" fmla="*/ 0 h 21600"/>
              <a:gd name="connsiteX3" fmla="*/ 21600 w 21600"/>
              <a:gd name="connsiteY3" fmla="*/ 10800 h 21600"/>
              <a:gd name="connsiteX4" fmla="*/ 18125 w 21600"/>
              <a:gd name="connsiteY4" fmla="*/ 21600 h 21600"/>
              <a:gd name="connsiteX5" fmla="*/ 3475 w 21600"/>
              <a:gd name="connsiteY5" fmla="*/ 21600 h 21600"/>
              <a:gd name="connsiteX6" fmla="*/ 0 w 21600"/>
              <a:gd name="connsiteY6" fmla="*/ 10800 h 21600"/>
              <a:gd name="connsiteX7" fmla="*/ 3475 w 21600"/>
              <a:gd name="connsiteY7" fmla="*/ 0 h 21600"/>
              <a:gd name="connsiteX0" fmla="*/ 3475 w 21600"/>
              <a:gd name="connsiteY0" fmla="*/ 214 h 21814"/>
              <a:gd name="connsiteX1" fmla="*/ 11953 w 21600"/>
              <a:gd name="connsiteY1" fmla="*/ 0 h 21814"/>
              <a:gd name="connsiteX2" fmla="*/ 18125 w 21600"/>
              <a:gd name="connsiteY2" fmla="*/ 214 h 21814"/>
              <a:gd name="connsiteX3" fmla="*/ 21600 w 21600"/>
              <a:gd name="connsiteY3" fmla="*/ 11014 h 21814"/>
              <a:gd name="connsiteX4" fmla="*/ 18125 w 21600"/>
              <a:gd name="connsiteY4" fmla="*/ 21814 h 21814"/>
              <a:gd name="connsiteX5" fmla="*/ 3475 w 21600"/>
              <a:gd name="connsiteY5" fmla="*/ 21814 h 21814"/>
              <a:gd name="connsiteX6" fmla="*/ 0 w 21600"/>
              <a:gd name="connsiteY6" fmla="*/ 11014 h 21814"/>
              <a:gd name="connsiteX7" fmla="*/ 3475 w 21600"/>
              <a:gd name="connsiteY7" fmla="*/ 214 h 21814"/>
              <a:gd name="connsiteX0" fmla="*/ 3475 w 21600"/>
              <a:gd name="connsiteY0" fmla="*/ 0 h 21600"/>
              <a:gd name="connsiteX1" fmla="*/ 11355 w 21600"/>
              <a:gd name="connsiteY1" fmla="*/ 103 h 21600"/>
              <a:gd name="connsiteX2" fmla="*/ 18125 w 21600"/>
              <a:gd name="connsiteY2" fmla="*/ 0 h 21600"/>
              <a:gd name="connsiteX3" fmla="*/ 21600 w 21600"/>
              <a:gd name="connsiteY3" fmla="*/ 10800 h 21600"/>
              <a:gd name="connsiteX4" fmla="*/ 18125 w 21600"/>
              <a:gd name="connsiteY4" fmla="*/ 21600 h 21600"/>
              <a:gd name="connsiteX5" fmla="*/ 3475 w 21600"/>
              <a:gd name="connsiteY5" fmla="*/ 21600 h 21600"/>
              <a:gd name="connsiteX6" fmla="*/ 0 w 21600"/>
              <a:gd name="connsiteY6" fmla="*/ 10800 h 21600"/>
              <a:gd name="connsiteX7" fmla="*/ 3475 w 21600"/>
              <a:gd name="connsiteY7" fmla="*/ 0 h 21600"/>
              <a:gd name="connsiteX0" fmla="*/ 3475 w 21600"/>
              <a:gd name="connsiteY0" fmla="*/ 0 h 21600"/>
              <a:gd name="connsiteX1" fmla="*/ 11355 w 21600"/>
              <a:gd name="connsiteY1" fmla="*/ 103 h 21600"/>
              <a:gd name="connsiteX2" fmla="*/ 18125 w 21600"/>
              <a:gd name="connsiteY2" fmla="*/ 0 h 21600"/>
              <a:gd name="connsiteX3" fmla="*/ 21600 w 21600"/>
              <a:gd name="connsiteY3" fmla="*/ 10800 h 21600"/>
              <a:gd name="connsiteX4" fmla="*/ 18125 w 21600"/>
              <a:gd name="connsiteY4" fmla="*/ 21600 h 21600"/>
              <a:gd name="connsiteX5" fmla="*/ 11468 w 21600"/>
              <a:gd name="connsiteY5" fmla="*/ 21545 h 21600"/>
              <a:gd name="connsiteX6" fmla="*/ 3475 w 21600"/>
              <a:gd name="connsiteY6" fmla="*/ 21600 h 21600"/>
              <a:gd name="connsiteX7" fmla="*/ 0 w 21600"/>
              <a:gd name="connsiteY7" fmla="*/ 10800 h 21600"/>
              <a:gd name="connsiteX8" fmla="*/ 3475 w 21600"/>
              <a:gd name="connsiteY8" fmla="*/ 0 h 21600"/>
              <a:gd name="connsiteX0" fmla="*/ 3475 w 21600"/>
              <a:gd name="connsiteY0" fmla="*/ 0 h 21862"/>
              <a:gd name="connsiteX1" fmla="*/ 11355 w 21600"/>
              <a:gd name="connsiteY1" fmla="*/ 103 h 21862"/>
              <a:gd name="connsiteX2" fmla="*/ 18125 w 21600"/>
              <a:gd name="connsiteY2" fmla="*/ 0 h 21862"/>
              <a:gd name="connsiteX3" fmla="*/ 21600 w 21600"/>
              <a:gd name="connsiteY3" fmla="*/ 10800 h 21862"/>
              <a:gd name="connsiteX4" fmla="*/ 18125 w 21600"/>
              <a:gd name="connsiteY4" fmla="*/ 21600 h 21862"/>
              <a:gd name="connsiteX5" fmla="*/ 10153 w 21600"/>
              <a:gd name="connsiteY5" fmla="*/ 21862 h 21862"/>
              <a:gd name="connsiteX6" fmla="*/ 3475 w 21600"/>
              <a:gd name="connsiteY6" fmla="*/ 21600 h 21862"/>
              <a:gd name="connsiteX7" fmla="*/ 0 w 21600"/>
              <a:gd name="connsiteY7" fmla="*/ 10800 h 21862"/>
              <a:gd name="connsiteX8" fmla="*/ 3475 w 21600"/>
              <a:gd name="connsiteY8" fmla="*/ 0 h 21862"/>
              <a:gd name="connsiteX0" fmla="*/ 3475 w 21600"/>
              <a:gd name="connsiteY0" fmla="*/ 0 h 21862"/>
              <a:gd name="connsiteX1" fmla="*/ 11355 w 21600"/>
              <a:gd name="connsiteY1" fmla="*/ 103 h 21862"/>
              <a:gd name="connsiteX2" fmla="*/ 18125 w 21600"/>
              <a:gd name="connsiteY2" fmla="*/ 0 h 21862"/>
              <a:gd name="connsiteX3" fmla="*/ 21600 w 21600"/>
              <a:gd name="connsiteY3" fmla="*/ 10800 h 21862"/>
              <a:gd name="connsiteX4" fmla="*/ 18125 w 21600"/>
              <a:gd name="connsiteY4" fmla="*/ 21600 h 21862"/>
              <a:gd name="connsiteX5" fmla="*/ 10990 w 21600"/>
              <a:gd name="connsiteY5" fmla="*/ 21862 h 21862"/>
              <a:gd name="connsiteX6" fmla="*/ 3475 w 21600"/>
              <a:gd name="connsiteY6" fmla="*/ 21600 h 21862"/>
              <a:gd name="connsiteX7" fmla="*/ 0 w 21600"/>
              <a:gd name="connsiteY7" fmla="*/ 10800 h 21862"/>
              <a:gd name="connsiteX8" fmla="*/ 3475 w 21600"/>
              <a:gd name="connsiteY8" fmla="*/ 0 h 21862"/>
              <a:gd name="connsiteX0" fmla="*/ 3475 w 21600"/>
              <a:gd name="connsiteY0" fmla="*/ 0 h 21862"/>
              <a:gd name="connsiteX1" fmla="*/ 10757 w 21600"/>
              <a:gd name="connsiteY1" fmla="*/ 103 h 21862"/>
              <a:gd name="connsiteX2" fmla="*/ 18125 w 21600"/>
              <a:gd name="connsiteY2" fmla="*/ 0 h 21862"/>
              <a:gd name="connsiteX3" fmla="*/ 21600 w 21600"/>
              <a:gd name="connsiteY3" fmla="*/ 10800 h 21862"/>
              <a:gd name="connsiteX4" fmla="*/ 18125 w 21600"/>
              <a:gd name="connsiteY4" fmla="*/ 21600 h 21862"/>
              <a:gd name="connsiteX5" fmla="*/ 10990 w 21600"/>
              <a:gd name="connsiteY5" fmla="*/ 21862 h 21862"/>
              <a:gd name="connsiteX6" fmla="*/ 3475 w 21600"/>
              <a:gd name="connsiteY6" fmla="*/ 21600 h 21862"/>
              <a:gd name="connsiteX7" fmla="*/ 0 w 21600"/>
              <a:gd name="connsiteY7" fmla="*/ 10800 h 21862"/>
              <a:gd name="connsiteX8" fmla="*/ 3475 w 21600"/>
              <a:gd name="connsiteY8" fmla="*/ 0 h 21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600" h="21862">
                <a:moveTo>
                  <a:pt x="3475" y="0"/>
                </a:moveTo>
                <a:lnTo>
                  <a:pt x="10757" y="103"/>
                </a:lnTo>
                <a:lnTo>
                  <a:pt x="18125" y="0"/>
                </a:lnTo>
                <a:cubicBezTo>
                  <a:pt x="20044" y="0"/>
                  <a:pt x="21600" y="4835"/>
                  <a:pt x="21600" y="10800"/>
                </a:cubicBezTo>
                <a:cubicBezTo>
                  <a:pt x="21600" y="16765"/>
                  <a:pt x="19814" y="19809"/>
                  <a:pt x="18125" y="21600"/>
                </a:cubicBezTo>
                <a:lnTo>
                  <a:pt x="10990" y="21862"/>
                </a:lnTo>
                <a:lnTo>
                  <a:pt x="3475" y="21600"/>
                </a:lnTo>
                <a:cubicBezTo>
                  <a:pt x="1556" y="21600"/>
                  <a:pt x="0" y="16765"/>
                  <a:pt x="0" y="10800"/>
                </a:cubicBezTo>
                <a:cubicBezTo>
                  <a:pt x="0" y="4835"/>
                  <a:pt x="1556" y="0"/>
                  <a:pt x="3475" y="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a c e</a:t>
            </a:r>
          </a:p>
        </p:txBody>
      </p:sp>
      <p:sp>
        <p:nvSpPr>
          <p:cNvPr id="44" name="Triangle 13">
            <a:extLst>
              <a:ext uri="{FF2B5EF4-FFF2-40B4-BE49-F238E27FC236}">
                <a16:creationId xmlns:a16="http://schemas.microsoft.com/office/drawing/2014/main" id="{7DCC86C2-83ED-2599-4C94-88526A875099}"/>
              </a:ext>
            </a:extLst>
          </p:cNvPr>
          <p:cNvSpPr/>
          <p:nvPr/>
        </p:nvSpPr>
        <p:spPr bwMode="gray">
          <a:xfrm>
            <a:off x="2195736" y="3809924"/>
            <a:ext cx="588331" cy="994074"/>
          </a:xfrm>
          <a:custGeom>
            <a:avLst/>
            <a:gdLst>
              <a:gd name="connsiteX0" fmla="*/ 0 w 936104"/>
              <a:gd name="connsiteY0" fmla="*/ 1584176 h 1584176"/>
              <a:gd name="connsiteX1" fmla="*/ 468052 w 936104"/>
              <a:gd name="connsiteY1" fmla="*/ 0 h 1584176"/>
              <a:gd name="connsiteX2" fmla="*/ 936104 w 936104"/>
              <a:gd name="connsiteY2" fmla="*/ 1584176 h 1584176"/>
              <a:gd name="connsiteX3" fmla="*/ 0 w 936104"/>
              <a:gd name="connsiteY3" fmla="*/ 1584176 h 1584176"/>
              <a:gd name="connsiteX0" fmla="*/ 10201 w 956506"/>
              <a:gd name="connsiteY0" fmla="*/ 1584176 h 1584176"/>
              <a:gd name="connsiteX1" fmla="*/ 478253 w 956506"/>
              <a:gd name="connsiteY1" fmla="*/ 0 h 1584176"/>
              <a:gd name="connsiteX2" fmla="*/ 946305 w 956506"/>
              <a:gd name="connsiteY2" fmla="*/ 1584176 h 1584176"/>
              <a:gd name="connsiteX3" fmla="*/ 10201 w 956506"/>
              <a:gd name="connsiteY3" fmla="*/ 1584176 h 1584176"/>
              <a:gd name="connsiteX0" fmla="*/ 10201 w 956506"/>
              <a:gd name="connsiteY0" fmla="*/ 1584176 h 1717174"/>
              <a:gd name="connsiteX1" fmla="*/ 478253 w 956506"/>
              <a:gd name="connsiteY1" fmla="*/ 0 h 1717174"/>
              <a:gd name="connsiteX2" fmla="*/ 946305 w 956506"/>
              <a:gd name="connsiteY2" fmla="*/ 1584176 h 1717174"/>
              <a:gd name="connsiteX3" fmla="*/ 10201 w 956506"/>
              <a:gd name="connsiteY3" fmla="*/ 1584176 h 1717174"/>
              <a:gd name="connsiteX0" fmla="*/ 10201 w 1018722"/>
              <a:gd name="connsiteY0" fmla="*/ 1584176 h 1717174"/>
              <a:gd name="connsiteX1" fmla="*/ 478253 w 1018722"/>
              <a:gd name="connsiteY1" fmla="*/ 0 h 1717174"/>
              <a:gd name="connsiteX2" fmla="*/ 946305 w 1018722"/>
              <a:gd name="connsiteY2" fmla="*/ 1584176 h 1717174"/>
              <a:gd name="connsiteX3" fmla="*/ 10201 w 1018722"/>
              <a:gd name="connsiteY3" fmla="*/ 1584176 h 1717174"/>
              <a:gd name="connsiteX0" fmla="*/ 10201 w 959015"/>
              <a:gd name="connsiteY0" fmla="*/ 1584176 h 1793983"/>
              <a:gd name="connsiteX1" fmla="*/ 478253 w 959015"/>
              <a:gd name="connsiteY1" fmla="*/ 0 h 1793983"/>
              <a:gd name="connsiteX2" fmla="*/ 946305 w 959015"/>
              <a:gd name="connsiteY2" fmla="*/ 1584176 h 1793983"/>
              <a:gd name="connsiteX3" fmla="*/ 10201 w 959015"/>
              <a:gd name="connsiteY3" fmla="*/ 1584176 h 1793983"/>
              <a:gd name="connsiteX0" fmla="*/ 10201 w 958573"/>
              <a:gd name="connsiteY0" fmla="*/ 1584176 h 1755253"/>
              <a:gd name="connsiteX1" fmla="*/ 478253 w 958573"/>
              <a:gd name="connsiteY1" fmla="*/ 0 h 1755253"/>
              <a:gd name="connsiteX2" fmla="*/ 946305 w 958573"/>
              <a:gd name="connsiteY2" fmla="*/ 1584176 h 1755253"/>
              <a:gd name="connsiteX3" fmla="*/ 10201 w 958573"/>
              <a:gd name="connsiteY3" fmla="*/ 1584176 h 1755253"/>
              <a:gd name="connsiteX0" fmla="*/ 24204 w 972576"/>
              <a:gd name="connsiteY0" fmla="*/ 1584176 h 1718293"/>
              <a:gd name="connsiteX1" fmla="*/ 492256 w 972576"/>
              <a:gd name="connsiteY1" fmla="*/ 0 h 1718293"/>
              <a:gd name="connsiteX2" fmla="*/ 960308 w 972576"/>
              <a:gd name="connsiteY2" fmla="*/ 1584176 h 1718293"/>
              <a:gd name="connsiteX3" fmla="*/ 24204 w 972576"/>
              <a:gd name="connsiteY3" fmla="*/ 1584176 h 1718293"/>
              <a:gd name="connsiteX0" fmla="*/ 10375 w 958747"/>
              <a:gd name="connsiteY0" fmla="*/ 1584176 h 1715454"/>
              <a:gd name="connsiteX1" fmla="*/ 478427 w 958747"/>
              <a:gd name="connsiteY1" fmla="*/ 0 h 1715454"/>
              <a:gd name="connsiteX2" fmla="*/ 946479 w 958747"/>
              <a:gd name="connsiteY2" fmla="*/ 1584176 h 1715454"/>
              <a:gd name="connsiteX3" fmla="*/ 10375 w 958747"/>
              <a:gd name="connsiteY3" fmla="*/ 1584176 h 1715454"/>
              <a:gd name="connsiteX0" fmla="*/ 14946 w 963318"/>
              <a:gd name="connsiteY0" fmla="*/ 1584176 h 1681539"/>
              <a:gd name="connsiteX1" fmla="*/ 482998 w 963318"/>
              <a:gd name="connsiteY1" fmla="*/ 0 h 1681539"/>
              <a:gd name="connsiteX2" fmla="*/ 951050 w 963318"/>
              <a:gd name="connsiteY2" fmla="*/ 1584176 h 1681539"/>
              <a:gd name="connsiteX3" fmla="*/ 14946 w 963318"/>
              <a:gd name="connsiteY3" fmla="*/ 1584176 h 1681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3318" h="1681539">
                <a:moveTo>
                  <a:pt x="14946" y="1584176"/>
                </a:moveTo>
                <a:cubicBezTo>
                  <a:pt x="-83043" y="1472267"/>
                  <a:pt x="326981" y="0"/>
                  <a:pt x="482998" y="0"/>
                </a:cubicBezTo>
                <a:cubicBezTo>
                  <a:pt x="639015" y="0"/>
                  <a:pt x="1038072" y="1449789"/>
                  <a:pt x="951050" y="1584176"/>
                </a:cubicBezTo>
                <a:cubicBezTo>
                  <a:pt x="857722" y="1728302"/>
                  <a:pt x="115358" y="1698853"/>
                  <a:pt x="14946" y="1584176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700" i="1" dirty="0">
                <a:solidFill>
                  <a:schemeClr val="bg1"/>
                </a:solidFill>
              </a:rPr>
              <a:t>Kleiner als </a:t>
            </a:r>
            <a:r>
              <a:rPr lang="de-DE" sz="7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45" name="Triangle 13">
            <a:extLst>
              <a:ext uri="{FF2B5EF4-FFF2-40B4-BE49-F238E27FC236}">
                <a16:creationId xmlns:a16="http://schemas.microsoft.com/office/drawing/2014/main" id="{E9EBC69D-B25A-1634-6269-F9C4875AB779}"/>
              </a:ext>
            </a:extLst>
          </p:cNvPr>
          <p:cNvSpPr/>
          <p:nvPr/>
        </p:nvSpPr>
        <p:spPr bwMode="gray">
          <a:xfrm>
            <a:off x="2826527" y="4242151"/>
            <a:ext cx="588331" cy="542913"/>
          </a:xfrm>
          <a:custGeom>
            <a:avLst/>
            <a:gdLst>
              <a:gd name="connsiteX0" fmla="*/ 0 w 936104"/>
              <a:gd name="connsiteY0" fmla="*/ 1584176 h 1584176"/>
              <a:gd name="connsiteX1" fmla="*/ 468052 w 936104"/>
              <a:gd name="connsiteY1" fmla="*/ 0 h 1584176"/>
              <a:gd name="connsiteX2" fmla="*/ 936104 w 936104"/>
              <a:gd name="connsiteY2" fmla="*/ 1584176 h 1584176"/>
              <a:gd name="connsiteX3" fmla="*/ 0 w 936104"/>
              <a:gd name="connsiteY3" fmla="*/ 1584176 h 1584176"/>
              <a:gd name="connsiteX0" fmla="*/ 10201 w 956506"/>
              <a:gd name="connsiteY0" fmla="*/ 1584176 h 1584176"/>
              <a:gd name="connsiteX1" fmla="*/ 478253 w 956506"/>
              <a:gd name="connsiteY1" fmla="*/ 0 h 1584176"/>
              <a:gd name="connsiteX2" fmla="*/ 946305 w 956506"/>
              <a:gd name="connsiteY2" fmla="*/ 1584176 h 1584176"/>
              <a:gd name="connsiteX3" fmla="*/ 10201 w 956506"/>
              <a:gd name="connsiteY3" fmla="*/ 1584176 h 1584176"/>
              <a:gd name="connsiteX0" fmla="*/ 10201 w 956506"/>
              <a:gd name="connsiteY0" fmla="*/ 1584176 h 1717174"/>
              <a:gd name="connsiteX1" fmla="*/ 478253 w 956506"/>
              <a:gd name="connsiteY1" fmla="*/ 0 h 1717174"/>
              <a:gd name="connsiteX2" fmla="*/ 946305 w 956506"/>
              <a:gd name="connsiteY2" fmla="*/ 1584176 h 1717174"/>
              <a:gd name="connsiteX3" fmla="*/ 10201 w 956506"/>
              <a:gd name="connsiteY3" fmla="*/ 1584176 h 1717174"/>
              <a:gd name="connsiteX0" fmla="*/ 10201 w 1018722"/>
              <a:gd name="connsiteY0" fmla="*/ 1584176 h 1717174"/>
              <a:gd name="connsiteX1" fmla="*/ 478253 w 1018722"/>
              <a:gd name="connsiteY1" fmla="*/ 0 h 1717174"/>
              <a:gd name="connsiteX2" fmla="*/ 946305 w 1018722"/>
              <a:gd name="connsiteY2" fmla="*/ 1584176 h 1717174"/>
              <a:gd name="connsiteX3" fmla="*/ 10201 w 1018722"/>
              <a:gd name="connsiteY3" fmla="*/ 1584176 h 1717174"/>
              <a:gd name="connsiteX0" fmla="*/ 10201 w 959015"/>
              <a:gd name="connsiteY0" fmla="*/ 1584176 h 1793983"/>
              <a:gd name="connsiteX1" fmla="*/ 478253 w 959015"/>
              <a:gd name="connsiteY1" fmla="*/ 0 h 1793983"/>
              <a:gd name="connsiteX2" fmla="*/ 946305 w 959015"/>
              <a:gd name="connsiteY2" fmla="*/ 1584176 h 1793983"/>
              <a:gd name="connsiteX3" fmla="*/ 10201 w 959015"/>
              <a:gd name="connsiteY3" fmla="*/ 1584176 h 1793983"/>
              <a:gd name="connsiteX0" fmla="*/ 10201 w 958573"/>
              <a:gd name="connsiteY0" fmla="*/ 1584176 h 1755253"/>
              <a:gd name="connsiteX1" fmla="*/ 478253 w 958573"/>
              <a:gd name="connsiteY1" fmla="*/ 0 h 1755253"/>
              <a:gd name="connsiteX2" fmla="*/ 946305 w 958573"/>
              <a:gd name="connsiteY2" fmla="*/ 1584176 h 1755253"/>
              <a:gd name="connsiteX3" fmla="*/ 10201 w 958573"/>
              <a:gd name="connsiteY3" fmla="*/ 1584176 h 1755253"/>
              <a:gd name="connsiteX0" fmla="*/ 24204 w 972576"/>
              <a:gd name="connsiteY0" fmla="*/ 1584176 h 1718293"/>
              <a:gd name="connsiteX1" fmla="*/ 492256 w 972576"/>
              <a:gd name="connsiteY1" fmla="*/ 0 h 1718293"/>
              <a:gd name="connsiteX2" fmla="*/ 960308 w 972576"/>
              <a:gd name="connsiteY2" fmla="*/ 1584176 h 1718293"/>
              <a:gd name="connsiteX3" fmla="*/ 24204 w 972576"/>
              <a:gd name="connsiteY3" fmla="*/ 1584176 h 1718293"/>
              <a:gd name="connsiteX0" fmla="*/ 10375 w 958747"/>
              <a:gd name="connsiteY0" fmla="*/ 1584176 h 1715454"/>
              <a:gd name="connsiteX1" fmla="*/ 478427 w 958747"/>
              <a:gd name="connsiteY1" fmla="*/ 0 h 1715454"/>
              <a:gd name="connsiteX2" fmla="*/ 946479 w 958747"/>
              <a:gd name="connsiteY2" fmla="*/ 1584176 h 1715454"/>
              <a:gd name="connsiteX3" fmla="*/ 10375 w 958747"/>
              <a:gd name="connsiteY3" fmla="*/ 1584176 h 1715454"/>
              <a:gd name="connsiteX0" fmla="*/ 14946 w 963318"/>
              <a:gd name="connsiteY0" fmla="*/ 1584176 h 1681539"/>
              <a:gd name="connsiteX1" fmla="*/ 482998 w 963318"/>
              <a:gd name="connsiteY1" fmla="*/ 0 h 1681539"/>
              <a:gd name="connsiteX2" fmla="*/ 951050 w 963318"/>
              <a:gd name="connsiteY2" fmla="*/ 1584176 h 1681539"/>
              <a:gd name="connsiteX3" fmla="*/ 14946 w 963318"/>
              <a:gd name="connsiteY3" fmla="*/ 1584176 h 1681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3318" h="1681539">
                <a:moveTo>
                  <a:pt x="14946" y="1584176"/>
                </a:moveTo>
                <a:cubicBezTo>
                  <a:pt x="-83043" y="1472267"/>
                  <a:pt x="326981" y="0"/>
                  <a:pt x="482998" y="0"/>
                </a:cubicBezTo>
                <a:cubicBezTo>
                  <a:pt x="639015" y="0"/>
                  <a:pt x="1038072" y="1449789"/>
                  <a:pt x="951050" y="1584176"/>
                </a:cubicBezTo>
                <a:cubicBezTo>
                  <a:pt x="857722" y="1728302"/>
                  <a:pt x="115358" y="1698853"/>
                  <a:pt x="14946" y="1584176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700" i="1" dirty="0">
                <a:solidFill>
                  <a:schemeClr val="bg1"/>
                </a:solidFill>
              </a:rPr>
              <a:t>zwischen </a:t>
            </a:r>
            <a:r>
              <a:rPr lang="de-DE" sz="700" b="1" dirty="0">
                <a:solidFill>
                  <a:schemeClr val="bg1"/>
                </a:solidFill>
              </a:rPr>
              <a:t>a</a:t>
            </a:r>
            <a:r>
              <a:rPr lang="de-DE" sz="700" dirty="0">
                <a:solidFill>
                  <a:schemeClr val="bg1"/>
                </a:solidFill>
              </a:rPr>
              <a:t> </a:t>
            </a:r>
            <a:r>
              <a:rPr lang="de-DE" sz="700" i="1" dirty="0">
                <a:solidFill>
                  <a:schemeClr val="bg1"/>
                </a:solidFill>
              </a:rPr>
              <a:t>und</a:t>
            </a:r>
            <a:r>
              <a:rPr lang="de-DE" sz="700" dirty="0">
                <a:solidFill>
                  <a:schemeClr val="bg1"/>
                </a:solidFill>
              </a:rPr>
              <a:t> </a:t>
            </a:r>
            <a:r>
              <a:rPr lang="de-DE" sz="7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46" name="Triangle 13">
            <a:extLst>
              <a:ext uri="{FF2B5EF4-FFF2-40B4-BE49-F238E27FC236}">
                <a16:creationId xmlns:a16="http://schemas.microsoft.com/office/drawing/2014/main" id="{56B94182-0AFE-2A69-EE32-FFA03A8DD1C6}"/>
              </a:ext>
            </a:extLst>
          </p:cNvPr>
          <p:cNvSpPr/>
          <p:nvPr/>
        </p:nvSpPr>
        <p:spPr bwMode="gray">
          <a:xfrm>
            <a:off x="3457318" y="4242151"/>
            <a:ext cx="588331" cy="542913"/>
          </a:xfrm>
          <a:custGeom>
            <a:avLst/>
            <a:gdLst>
              <a:gd name="connsiteX0" fmla="*/ 0 w 936104"/>
              <a:gd name="connsiteY0" fmla="*/ 1584176 h 1584176"/>
              <a:gd name="connsiteX1" fmla="*/ 468052 w 936104"/>
              <a:gd name="connsiteY1" fmla="*/ 0 h 1584176"/>
              <a:gd name="connsiteX2" fmla="*/ 936104 w 936104"/>
              <a:gd name="connsiteY2" fmla="*/ 1584176 h 1584176"/>
              <a:gd name="connsiteX3" fmla="*/ 0 w 936104"/>
              <a:gd name="connsiteY3" fmla="*/ 1584176 h 1584176"/>
              <a:gd name="connsiteX0" fmla="*/ 10201 w 956506"/>
              <a:gd name="connsiteY0" fmla="*/ 1584176 h 1584176"/>
              <a:gd name="connsiteX1" fmla="*/ 478253 w 956506"/>
              <a:gd name="connsiteY1" fmla="*/ 0 h 1584176"/>
              <a:gd name="connsiteX2" fmla="*/ 946305 w 956506"/>
              <a:gd name="connsiteY2" fmla="*/ 1584176 h 1584176"/>
              <a:gd name="connsiteX3" fmla="*/ 10201 w 956506"/>
              <a:gd name="connsiteY3" fmla="*/ 1584176 h 1584176"/>
              <a:gd name="connsiteX0" fmla="*/ 10201 w 956506"/>
              <a:gd name="connsiteY0" fmla="*/ 1584176 h 1717174"/>
              <a:gd name="connsiteX1" fmla="*/ 478253 w 956506"/>
              <a:gd name="connsiteY1" fmla="*/ 0 h 1717174"/>
              <a:gd name="connsiteX2" fmla="*/ 946305 w 956506"/>
              <a:gd name="connsiteY2" fmla="*/ 1584176 h 1717174"/>
              <a:gd name="connsiteX3" fmla="*/ 10201 w 956506"/>
              <a:gd name="connsiteY3" fmla="*/ 1584176 h 1717174"/>
              <a:gd name="connsiteX0" fmla="*/ 10201 w 1018722"/>
              <a:gd name="connsiteY0" fmla="*/ 1584176 h 1717174"/>
              <a:gd name="connsiteX1" fmla="*/ 478253 w 1018722"/>
              <a:gd name="connsiteY1" fmla="*/ 0 h 1717174"/>
              <a:gd name="connsiteX2" fmla="*/ 946305 w 1018722"/>
              <a:gd name="connsiteY2" fmla="*/ 1584176 h 1717174"/>
              <a:gd name="connsiteX3" fmla="*/ 10201 w 1018722"/>
              <a:gd name="connsiteY3" fmla="*/ 1584176 h 1717174"/>
              <a:gd name="connsiteX0" fmla="*/ 10201 w 959015"/>
              <a:gd name="connsiteY0" fmla="*/ 1584176 h 1793983"/>
              <a:gd name="connsiteX1" fmla="*/ 478253 w 959015"/>
              <a:gd name="connsiteY1" fmla="*/ 0 h 1793983"/>
              <a:gd name="connsiteX2" fmla="*/ 946305 w 959015"/>
              <a:gd name="connsiteY2" fmla="*/ 1584176 h 1793983"/>
              <a:gd name="connsiteX3" fmla="*/ 10201 w 959015"/>
              <a:gd name="connsiteY3" fmla="*/ 1584176 h 1793983"/>
              <a:gd name="connsiteX0" fmla="*/ 10201 w 958573"/>
              <a:gd name="connsiteY0" fmla="*/ 1584176 h 1755253"/>
              <a:gd name="connsiteX1" fmla="*/ 478253 w 958573"/>
              <a:gd name="connsiteY1" fmla="*/ 0 h 1755253"/>
              <a:gd name="connsiteX2" fmla="*/ 946305 w 958573"/>
              <a:gd name="connsiteY2" fmla="*/ 1584176 h 1755253"/>
              <a:gd name="connsiteX3" fmla="*/ 10201 w 958573"/>
              <a:gd name="connsiteY3" fmla="*/ 1584176 h 1755253"/>
              <a:gd name="connsiteX0" fmla="*/ 24204 w 972576"/>
              <a:gd name="connsiteY0" fmla="*/ 1584176 h 1718293"/>
              <a:gd name="connsiteX1" fmla="*/ 492256 w 972576"/>
              <a:gd name="connsiteY1" fmla="*/ 0 h 1718293"/>
              <a:gd name="connsiteX2" fmla="*/ 960308 w 972576"/>
              <a:gd name="connsiteY2" fmla="*/ 1584176 h 1718293"/>
              <a:gd name="connsiteX3" fmla="*/ 24204 w 972576"/>
              <a:gd name="connsiteY3" fmla="*/ 1584176 h 1718293"/>
              <a:gd name="connsiteX0" fmla="*/ 10375 w 958747"/>
              <a:gd name="connsiteY0" fmla="*/ 1584176 h 1715454"/>
              <a:gd name="connsiteX1" fmla="*/ 478427 w 958747"/>
              <a:gd name="connsiteY1" fmla="*/ 0 h 1715454"/>
              <a:gd name="connsiteX2" fmla="*/ 946479 w 958747"/>
              <a:gd name="connsiteY2" fmla="*/ 1584176 h 1715454"/>
              <a:gd name="connsiteX3" fmla="*/ 10375 w 958747"/>
              <a:gd name="connsiteY3" fmla="*/ 1584176 h 1715454"/>
              <a:gd name="connsiteX0" fmla="*/ 14946 w 963318"/>
              <a:gd name="connsiteY0" fmla="*/ 1584176 h 1681539"/>
              <a:gd name="connsiteX1" fmla="*/ 482998 w 963318"/>
              <a:gd name="connsiteY1" fmla="*/ 0 h 1681539"/>
              <a:gd name="connsiteX2" fmla="*/ 951050 w 963318"/>
              <a:gd name="connsiteY2" fmla="*/ 1584176 h 1681539"/>
              <a:gd name="connsiteX3" fmla="*/ 14946 w 963318"/>
              <a:gd name="connsiteY3" fmla="*/ 1584176 h 1681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3318" h="1681539">
                <a:moveTo>
                  <a:pt x="14946" y="1584176"/>
                </a:moveTo>
                <a:cubicBezTo>
                  <a:pt x="-83043" y="1472267"/>
                  <a:pt x="326981" y="0"/>
                  <a:pt x="482998" y="0"/>
                </a:cubicBezTo>
                <a:cubicBezTo>
                  <a:pt x="639015" y="0"/>
                  <a:pt x="1038072" y="1449789"/>
                  <a:pt x="951050" y="1584176"/>
                </a:cubicBezTo>
                <a:cubicBezTo>
                  <a:pt x="857722" y="1728302"/>
                  <a:pt x="115358" y="1698853"/>
                  <a:pt x="14946" y="1584176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700" i="1" dirty="0">
                <a:solidFill>
                  <a:schemeClr val="bg1"/>
                </a:solidFill>
              </a:rPr>
              <a:t>zwischen </a:t>
            </a:r>
            <a:r>
              <a:rPr lang="de-DE" sz="700" b="1" i="1" dirty="0">
                <a:solidFill>
                  <a:schemeClr val="bg1"/>
                </a:solidFill>
              </a:rPr>
              <a:t>b</a:t>
            </a:r>
            <a:r>
              <a:rPr lang="de-DE" sz="700" dirty="0">
                <a:solidFill>
                  <a:schemeClr val="bg1"/>
                </a:solidFill>
              </a:rPr>
              <a:t> </a:t>
            </a:r>
            <a:r>
              <a:rPr lang="de-DE" sz="700" i="1" dirty="0">
                <a:solidFill>
                  <a:schemeClr val="bg1"/>
                </a:solidFill>
              </a:rPr>
              <a:t>und</a:t>
            </a:r>
            <a:r>
              <a:rPr lang="de-DE" sz="700" dirty="0">
                <a:solidFill>
                  <a:schemeClr val="bg1"/>
                </a:solidFill>
              </a:rPr>
              <a:t> </a:t>
            </a:r>
            <a:r>
              <a:rPr lang="de-DE" sz="700" b="1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47" name="Triangle 13">
            <a:extLst>
              <a:ext uri="{FF2B5EF4-FFF2-40B4-BE49-F238E27FC236}">
                <a16:creationId xmlns:a16="http://schemas.microsoft.com/office/drawing/2014/main" id="{B0392B27-3307-D4AD-90C5-719BD72D994E}"/>
              </a:ext>
            </a:extLst>
          </p:cNvPr>
          <p:cNvSpPr/>
          <p:nvPr/>
        </p:nvSpPr>
        <p:spPr bwMode="gray">
          <a:xfrm>
            <a:off x="4088109" y="4239950"/>
            <a:ext cx="588331" cy="542913"/>
          </a:xfrm>
          <a:custGeom>
            <a:avLst/>
            <a:gdLst>
              <a:gd name="connsiteX0" fmla="*/ 0 w 936104"/>
              <a:gd name="connsiteY0" fmla="*/ 1584176 h 1584176"/>
              <a:gd name="connsiteX1" fmla="*/ 468052 w 936104"/>
              <a:gd name="connsiteY1" fmla="*/ 0 h 1584176"/>
              <a:gd name="connsiteX2" fmla="*/ 936104 w 936104"/>
              <a:gd name="connsiteY2" fmla="*/ 1584176 h 1584176"/>
              <a:gd name="connsiteX3" fmla="*/ 0 w 936104"/>
              <a:gd name="connsiteY3" fmla="*/ 1584176 h 1584176"/>
              <a:gd name="connsiteX0" fmla="*/ 10201 w 956506"/>
              <a:gd name="connsiteY0" fmla="*/ 1584176 h 1584176"/>
              <a:gd name="connsiteX1" fmla="*/ 478253 w 956506"/>
              <a:gd name="connsiteY1" fmla="*/ 0 h 1584176"/>
              <a:gd name="connsiteX2" fmla="*/ 946305 w 956506"/>
              <a:gd name="connsiteY2" fmla="*/ 1584176 h 1584176"/>
              <a:gd name="connsiteX3" fmla="*/ 10201 w 956506"/>
              <a:gd name="connsiteY3" fmla="*/ 1584176 h 1584176"/>
              <a:gd name="connsiteX0" fmla="*/ 10201 w 956506"/>
              <a:gd name="connsiteY0" fmla="*/ 1584176 h 1717174"/>
              <a:gd name="connsiteX1" fmla="*/ 478253 w 956506"/>
              <a:gd name="connsiteY1" fmla="*/ 0 h 1717174"/>
              <a:gd name="connsiteX2" fmla="*/ 946305 w 956506"/>
              <a:gd name="connsiteY2" fmla="*/ 1584176 h 1717174"/>
              <a:gd name="connsiteX3" fmla="*/ 10201 w 956506"/>
              <a:gd name="connsiteY3" fmla="*/ 1584176 h 1717174"/>
              <a:gd name="connsiteX0" fmla="*/ 10201 w 1018722"/>
              <a:gd name="connsiteY0" fmla="*/ 1584176 h 1717174"/>
              <a:gd name="connsiteX1" fmla="*/ 478253 w 1018722"/>
              <a:gd name="connsiteY1" fmla="*/ 0 h 1717174"/>
              <a:gd name="connsiteX2" fmla="*/ 946305 w 1018722"/>
              <a:gd name="connsiteY2" fmla="*/ 1584176 h 1717174"/>
              <a:gd name="connsiteX3" fmla="*/ 10201 w 1018722"/>
              <a:gd name="connsiteY3" fmla="*/ 1584176 h 1717174"/>
              <a:gd name="connsiteX0" fmla="*/ 10201 w 959015"/>
              <a:gd name="connsiteY0" fmla="*/ 1584176 h 1793983"/>
              <a:gd name="connsiteX1" fmla="*/ 478253 w 959015"/>
              <a:gd name="connsiteY1" fmla="*/ 0 h 1793983"/>
              <a:gd name="connsiteX2" fmla="*/ 946305 w 959015"/>
              <a:gd name="connsiteY2" fmla="*/ 1584176 h 1793983"/>
              <a:gd name="connsiteX3" fmla="*/ 10201 w 959015"/>
              <a:gd name="connsiteY3" fmla="*/ 1584176 h 1793983"/>
              <a:gd name="connsiteX0" fmla="*/ 10201 w 958573"/>
              <a:gd name="connsiteY0" fmla="*/ 1584176 h 1755253"/>
              <a:gd name="connsiteX1" fmla="*/ 478253 w 958573"/>
              <a:gd name="connsiteY1" fmla="*/ 0 h 1755253"/>
              <a:gd name="connsiteX2" fmla="*/ 946305 w 958573"/>
              <a:gd name="connsiteY2" fmla="*/ 1584176 h 1755253"/>
              <a:gd name="connsiteX3" fmla="*/ 10201 w 958573"/>
              <a:gd name="connsiteY3" fmla="*/ 1584176 h 1755253"/>
              <a:gd name="connsiteX0" fmla="*/ 24204 w 972576"/>
              <a:gd name="connsiteY0" fmla="*/ 1584176 h 1718293"/>
              <a:gd name="connsiteX1" fmla="*/ 492256 w 972576"/>
              <a:gd name="connsiteY1" fmla="*/ 0 h 1718293"/>
              <a:gd name="connsiteX2" fmla="*/ 960308 w 972576"/>
              <a:gd name="connsiteY2" fmla="*/ 1584176 h 1718293"/>
              <a:gd name="connsiteX3" fmla="*/ 24204 w 972576"/>
              <a:gd name="connsiteY3" fmla="*/ 1584176 h 1718293"/>
              <a:gd name="connsiteX0" fmla="*/ 10375 w 958747"/>
              <a:gd name="connsiteY0" fmla="*/ 1584176 h 1715454"/>
              <a:gd name="connsiteX1" fmla="*/ 478427 w 958747"/>
              <a:gd name="connsiteY1" fmla="*/ 0 h 1715454"/>
              <a:gd name="connsiteX2" fmla="*/ 946479 w 958747"/>
              <a:gd name="connsiteY2" fmla="*/ 1584176 h 1715454"/>
              <a:gd name="connsiteX3" fmla="*/ 10375 w 958747"/>
              <a:gd name="connsiteY3" fmla="*/ 1584176 h 1715454"/>
              <a:gd name="connsiteX0" fmla="*/ 14946 w 963318"/>
              <a:gd name="connsiteY0" fmla="*/ 1584176 h 1681539"/>
              <a:gd name="connsiteX1" fmla="*/ 482998 w 963318"/>
              <a:gd name="connsiteY1" fmla="*/ 0 h 1681539"/>
              <a:gd name="connsiteX2" fmla="*/ 951050 w 963318"/>
              <a:gd name="connsiteY2" fmla="*/ 1584176 h 1681539"/>
              <a:gd name="connsiteX3" fmla="*/ 14946 w 963318"/>
              <a:gd name="connsiteY3" fmla="*/ 1584176 h 1681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3318" h="1681539">
                <a:moveTo>
                  <a:pt x="14946" y="1584176"/>
                </a:moveTo>
                <a:cubicBezTo>
                  <a:pt x="-83043" y="1472267"/>
                  <a:pt x="326981" y="0"/>
                  <a:pt x="482998" y="0"/>
                </a:cubicBezTo>
                <a:cubicBezTo>
                  <a:pt x="639015" y="0"/>
                  <a:pt x="1038072" y="1449789"/>
                  <a:pt x="951050" y="1584176"/>
                </a:cubicBezTo>
                <a:cubicBezTo>
                  <a:pt x="857722" y="1728302"/>
                  <a:pt x="115358" y="1698853"/>
                  <a:pt x="14946" y="1584176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700" i="1" dirty="0">
                <a:solidFill>
                  <a:schemeClr val="bg1"/>
                </a:solidFill>
              </a:rPr>
              <a:t>zwischen </a:t>
            </a:r>
            <a:r>
              <a:rPr lang="de-DE" sz="700" b="1" i="1" dirty="0">
                <a:solidFill>
                  <a:schemeClr val="bg1"/>
                </a:solidFill>
              </a:rPr>
              <a:t>c</a:t>
            </a:r>
            <a:r>
              <a:rPr lang="de-DE" sz="700" dirty="0">
                <a:solidFill>
                  <a:schemeClr val="bg1"/>
                </a:solidFill>
              </a:rPr>
              <a:t> </a:t>
            </a:r>
            <a:r>
              <a:rPr lang="de-DE" sz="700" i="1" dirty="0">
                <a:solidFill>
                  <a:schemeClr val="bg1"/>
                </a:solidFill>
              </a:rPr>
              <a:t>und</a:t>
            </a:r>
            <a:r>
              <a:rPr lang="de-DE" sz="700" dirty="0">
                <a:solidFill>
                  <a:schemeClr val="bg1"/>
                </a:solidFill>
              </a:rPr>
              <a:t> </a:t>
            </a:r>
            <a:r>
              <a:rPr lang="de-DE" sz="700" b="1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48" name="Triangle 13">
            <a:extLst>
              <a:ext uri="{FF2B5EF4-FFF2-40B4-BE49-F238E27FC236}">
                <a16:creationId xmlns:a16="http://schemas.microsoft.com/office/drawing/2014/main" id="{0E8BA298-84E2-C5CC-20E0-DF3C5D820F0B}"/>
              </a:ext>
            </a:extLst>
          </p:cNvPr>
          <p:cNvSpPr/>
          <p:nvPr/>
        </p:nvSpPr>
        <p:spPr bwMode="gray">
          <a:xfrm>
            <a:off x="4718900" y="4239003"/>
            <a:ext cx="588331" cy="542913"/>
          </a:xfrm>
          <a:custGeom>
            <a:avLst/>
            <a:gdLst>
              <a:gd name="connsiteX0" fmla="*/ 0 w 936104"/>
              <a:gd name="connsiteY0" fmla="*/ 1584176 h 1584176"/>
              <a:gd name="connsiteX1" fmla="*/ 468052 w 936104"/>
              <a:gd name="connsiteY1" fmla="*/ 0 h 1584176"/>
              <a:gd name="connsiteX2" fmla="*/ 936104 w 936104"/>
              <a:gd name="connsiteY2" fmla="*/ 1584176 h 1584176"/>
              <a:gd name="connsiteX3" fmla="*/ 0 w 936104"/>
              <a:gd name="connsiteY3" fmla="*/ 1584176 h 1584176"/>
              <a:gd name="connsiteX0" fmla="*/ 10201 w 956506"/>
              <a:gd name="connsiteY0" fmla="*/ 1584176 h 1584176"/>
              <a:gd name="connsiteX1" fmla="*/ 478253 w 956506"/>
              <a:gd name="connsiteY1" fmla="*/ 0 h 1584176"/>
              <a:gd name="connsiteX2" fmla="*/ 946305 w 956506"/>
              <a:gd name="connsiteY2" fmla="*/ 1584176 h 1584176"/>
              <a:gd name="connsiteX3" fmla="*/ 10201 w 956506"/>
              <a:gd name="connsiteY3" fmla="*/ 1584176 h 1584176"/>
              <a:gd name="connsiteX0" fmla="*/ 10201 w 956506"/>
              <a:gd name="connsiteY0" fmla="*/ 1584176 h 1717174"/>
              <a:gd name="connsiteX1" fmla="*/ 478253 w 956506"/>
              <a:gd name="connsiteY1" fmla="*/ 0 h 1717174"/>
              <a:gd name="connsiteX2" fmla="*/ 946305 w 956506"/>
              <a:gd name="connsiteY2" fmla="*/ 1584176 h 1717174"/>
              <a:gd name="connsiteX3" fmla="*/ 10201 w 956506"/>
              <a:gd name="connsiteY3" fmla="*/ 1584176 h 1717174"/>
              <a:gd name="connsiteX0" fmla="*/ 10201 w 1018722"/>
              <a:gd name="connsiteY0" fmla="*/ 1584176 h 1717174"/>
              <a:gd name="connsiteX1" fmla="*/ 478253 w 1018722"/>
              <a:gd name="connsiteY1" fmla="*/ 0 h 1717174"/>
              <a:gd name="connsiteX2" fmla="*/ 946305 w 1018722"/>
              <a:gd name="connsiteY2" fmla="*/ 1584176 h 1717174"/>
              <a:gd name="connsiteX3" fmla="*/ 10201 w 1018722"/>
              <a:gd name="connsiteY3" fmla="*/ 1584176 h 1717174"/>
              <a:gd name="connsiteX0" fmla="*/ 10201 w 959015"/>
              <a:gd name="connsiteY0" fmla="*/ 1584176 h 1793983"/>
              <a:gd name="connsiteX1" fmla="*/ 478253 w 959015"/>
              <a:gd name="connsiteY1" fmla="*/ 0 h 1793983"/>
              <a:gd name="connsiteX2" fmla="*/ 946305 w 959015"/>
              <a:gd name="connsiteY2" fmla="*/ 1584176 h 1793983"/>
              <a:gd name="connsiteX3" fmla="*/ 10201 w 959015"/>
              <a:gd name="connsiteY3" fmla="*/ 1584176 h 1793983"/>
              <a:gd name="connsiteX0" fmla="*/ 10201 w 958573"/>
              <a:gd name="connsiteY0" fmla="*/ 1584176 h 1755253"/>
              <a:gd name="connsiteX1" fmla="*/ 478253 w 958573"/>
              <a:gd name="connsiteY1" fmla="*/ 0 h 1755253"/>
              <a:gd name="connsiteX2" fmla="*/ 946305 w 958573"/>
              <a:gd name="connsiteY2" fmla="*/ 1584176 h 1755253"/>
              <a:gd name="connsiteX3" fmla="*/ 10201 w 958573"/>
              <a:gd name="connsiteY3" fmla="*/ 1584176 h 1755253"/>
              <a:gd name="connsiteX0" fmla="*/ 24204 w 972576"/>
              <a:gd name="connsiteY0" fmla="*/ 1584176 h 1718293"/>
              <a:gd name="connsiteX1" fmla="*/ 492256 w 972576"/>
              <a:gd name="connsiteY1" fmla="*/ 0 h 1718293"/>
              <a:gd name="connsiteX2" fmla="*/ 960308 w 972576"/>
              <a:gd name="connsiteY2" fmla="*/ 1584176 h 1718293"/>
              <a:gd name="connsiteX3" fmla="*/ 24204 w 972576"/>
              <a:gd name="connsiteY3" fmla="*/ 1584176 h 1718293"/>
              <a:gd name="connsiteX0" fmla="*/ 10375 w 958747"/>
              <a:gd name="connsiteY0" fmla="*/ 1584176 h 1715454"/>
              <a:gd name="connsiteX1" fmla="*/ 478427 w 958747"/>
              <a:gd name="connsiteY1" fmla="*/ 0 h 1715454"/>
              <a:gd name="connsiteX2" fmla="*/ 946479 w 958747"/>
              <a:gd name="connsiteY2" fmla="*/ 1584176 h 1715454"/>
              <a:gd name="connsiteX3" fmla="*/ 10375 w 958747"/>
              <a:gd name="connsiteY3" fmla="*/ 1584176 h 1715454"/>
              <a:gd name="connsiteX0" fmla="*/ 14946 w 963318"/>
              <a:gd name="connsiteY0" fmla="*/ 1584176 h 1681539"/>
              <a:gd name="connsiteX1" fmla="*/ 482998 w 963318"/>
              <a:gd name="connsiteY1" fmla="*/ 0 h 1681539"/>
              <a:gd name="connsiteX2" fmla="*/ 951050 w 963318"/>
              <a:gd name="connsiteY2" fmla="*/ 1584176 h 1681539"/>
              <a:gd name="connsiteX3" fmla="*/ 14946 w 963318"/>
              <a:gd name="connsiteY3" fmla="*/ 1584176 h 1681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3318" h="1681539">
                <a:moveTo>
                  <a:pt x="14946" y="1584176"/>
                </a:moveTo>
                <a:cubicBezTo>
                  <a:pt x="-83043" y="1472267"/>
                  <a:pt x="326981" y="0"/>
                  <a:pt x="482998" y="0"/>
                </a:cubicBezTo>
                <a:cubicBezTo>
                  <a:pt x="639015" y="0"/>
                  <a:pt x="1038072" y="1449789"/>
                  <a:pt x="951050" y="1584176"/>
                </a:cubicBezTo>
                <a:cubicBezTo>
                  <a:pt x="857722" y="1728302"/>
                  <a:pt x="115358" y="1698853"/>
                  <a:pt x="14946" y="1584176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700" i="1" dirty="0">
                <a:solidFill>
                  <a:schemeClr val="bg1"/>
                </a:solidFill>
              </a:rPr>
              <a:t>zwischen </a:t>
            </a:r>
            <a:r>
              <a:rPr lang="de-DE" sz="700" b="1" i="1" dirty="0">
                <a:solidFill>
                  <a:schemeClr val="bg1"/>
                </a:solidFill>
              </a:rPr>
              <a:t>d</a:t>
            </a:r>
            <a:r>
              <a:rPr lang="de-DE" sz="700" dirty="0">
                <a:solidFill>
                  <a:schemeClr val="bg1"/>
                </a:solidFill>
              </a:rPr>
              <a:t> </a:t>
            </a:r>
            <a:r>
              <a:rPr lang="de-DE" sz="700" i="1" dirty="0">
                <a:solidFill>
                  <a:schemeClr val="bg1"/>
                </a:solidFill>
              </a:rPr>
              <a:t>und</a:t>
            </a:r>
            <a:r>
              <a:rPr lang="de-DE" sz="700" dirty="0">
                <a:solidFill>
                  <a:schemeClr val="bg1"/>
                </a:solidFill>
              </a:rPr>
              <a:t> </a:t>
            </a:r>
            <a:r>
              <a:rPr lang="de-DE" sz="7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49" name="Triangle 13">
            <a:extLst>
              <a:ext uri="{FF2B5EF4-FFF2-40B4-BE49-F238E27FC236}">
                <a16:creationId xmlns:a16="http://schemas.microsoft.com/office/drawing/2014/main" id="{EC14E7E4-EEC8-61C6-7181-3F6FE79A373D}"/>
              </a:ext>
            </a:extLst>
          </p:cNvPr>
          <p:cNvSpPr/>
          <p:nvPr/>
        </p:nvSpPr>
        <p:spPr bwMode="gray">
          <a:xfrm>
            <a:off x="5349692" y="3797666"/>
            <a:ext cx="588331" cy="994074"/>
          </a:xfrm>
          <a:custGeom>
            <a:avLst/>
            <a:gdLst>
              <a:gd name="connsiteX0" fmla="*/ 0 w 936104"/>
              <a:gd name="connsiteY0" fmla="*/ 1584176 h 1584176"/>
              <a:gd name="connsiteX1" fmla="*/ 468052 w 936104"/>
              <a:gd name="connsiteY1" fmla="*/ 0 h 1584176"/>
              <a:gd name="connsiteX2" fmla="*/ 936104 w 936104"/>
              <a:gd name="connsiteY2" fmla="*/ 1584176 h 1584176"/>
              <a:gd name="connsiteX3" fmla="*/ 0 w 936104"/>
              <a:gd name="connsiteY3" fmla="*/ 1584176 h 1584176"/>
              <a:gd name="connsiteX0" fmla="*/ 10201 w 956506"/>
              <a:gd name="connsiteY0" fmla="*/ 1584176 h 1584176"/>
              <a:gd name="connsiteX1" fmla="*/ 478253 w 956506"/>
              <a:gd name="connsiteY1" fmla="*/ 0 h 1584176"/>
              <a:gd name="connsiteX2" fmla="*/ 946305 w 956506"/>
              <a:gd name="connsiteY2" fmla="*/ 1584176 h 1584176"/>
              <a:gd name="connsiteX3" fmla="*/ 10201 w 956506"/>
              <a:gd name="connsiteY3" fmla="*/ 1584176 h 1584176"/>
              <a:gd name="connsiteX0" fmla="*/ 10201 w 956506"/>
              <a:gd name="connsiteY0" fmla="*/ 1584176 h 1717174"/>
              <a:gd name="connsiteX1" fmla="*/ 478253 w 956506"/>
              <a:gd name="connsiteY1" fmla="*/ 0 h 1717174"/>
              <a:gd name="connsiteX2" fmla="*/ 946305 w 956506"/>
              <a:gd name="connsiteY2" fmla="*/ 1584176 h 1717174"/>
              <a:gd name="connsiteX3" fmla="*/ 10201 w 956506"/>
              <a:gd name="connsiteY3" fmla="*/ 1584176 h 1717174"/>
              <a:gd name="connsiteX0" fmla="*/ 10201 w 1018722"/>
              <a:gd name="connsiteY0" fmla="*/ 1584176 h 1717174"/>
              <a:gd name="connsiteX1" fmla="*/ 478253 w 1018722"/>
              <a:gd name="connsiteY1" fmla="*/ 0 h 1717174"/>
              <a:gd name="connsiteX2" fmla="*/ 946305 w 1018722"/>
              <a:gd name="connsiteY2" fmla="*/ 1584176 h 1717174"/>
              <a:gd name="connsiteX3" fmla="*/ 10201 w 1018722"/>
              <a:gd name="connsiteY3" fmla="*/ 1584176 h 1717174"/>
              <a:gd name="connsiteX0" fmla="*/ 10201 w 959015"/>
              <a:gd name="connsiteY0" fmla="*/ 1584176 h 1793983"/>
              <a:gd name="connsiteX1" fmla="*/ 478253 w 959015"/>
              <a:gd name="connsiteY1" fmla="*/ 0 h 1793983"/>
              <a:gd name="connsiteX2" fmla="*/ 946305 w 959015"/>
              <a:gd name="connsiteY2" fmla="*/ 1584176 h 1793983"/>
              <a:gd name="connsiteX3" fmla="*/ 10201 w 959015"/>
              <a:gd name="connsiteY3" fmla="*/ 1584176 h 1793983"/>
              <a:gd name="connsiteX0" fmla="*/ 10201 w 958573"/>
              <a:gd name="connsiteY0" fmla="*/ 1584176 h 1755253"/>
              <a:gd name="connsiteX1" fmla="*/ 478253 w 958573"/>
              <a:gd name="connsiteY1" fmla="*/ 0 h 1755253"/>
              <a:gd name="connsiteX2" fmla="*/ 946305 w 958573"/>
              <a:gd name="connsiteY2" fmla="*/ 1584176 h 1755253"/>
              <a:gd name="connsiteX3" fmla="*/ 10201 w 958573"/>
              <a:gd name="connsiteY3" fmla="*/ 1584176 h 1755253"/>
              <a:gd name="connsiteX0" fmla="*/ 24204 w 972576"/>
              <a:gd name="connsiteY0" fmla="*/ 1584176 h 1718293"/>
              <a:gd name="connsiteX1" fmla="*/ 492256 w 972576"/>
              <a:gd name="connsiteY1" fmla="*/ 0 h 1718293"/>
              <a:gd name="connsiteX2" fmla="*/ 960308 w 972576"/>
              <a:gd name="connsiteY2" fmla="*/ 1584176 h 1718293"/>
              <a:gd name="connsiteX3" fmla="*/ 24204 w 972576"/>
              <a:gd name="connsiteY3" fmla="*/ 1584176 h 1718293"/>
              <a:gd name="connsiteX0" fmla="*/ 10375 w 958747"/>
              <a:gd name="connsiteY0" fmla="*/ 1584176 h 1715454"/>
              <a:gd name="connsiteX1" fmla="*/ 478427 w 958747"/>
              <a:gd name="connsiteY1" fmla="*/ 0 h 1715454"/>
              <a:gd name="connsiteX2" fmla="*/ 946479 w 958747"/>
              <a:gd name="connsiteY2" fmla="*/ 1584176 h 1715454"/>
              <a:gd name="connsiteX3" fmla="*/ 10375 w 958747"/>
              <a:gd name="connsiteY3" fmla="*/ 1584176 h 1715454"/>
              <a:gd name="connsiteX0" fmla="*/ 14946 w 963318"/>
              <a:gd name="connsiteY0" fmla="*/ 1584176 h 1681539"/>
              <a:gd name="connsiteX1" fmla="*/ 482998 w 963318"/>
              <a:gd name="connsiteY1" fmla="*/ 0 h 1681539"/>
              <a:gd name="connsiteX2" fmla="*/ 951050 w 963318"/>
              <a:gd name="connsiteY2" fmla="*/ 1584176 h 1681539"/>
              <a:gd name="connsiteX3" fmla="*/ 14946 w 963318"/>
              <a:gd name="connsiteY3" fmla="*/ 1584176 h 1681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3318" h="1681539">
                <a:moveTo>
                  <a:pt x="14946" y="1584176"/>
                </a:moveTo>
                <a:cubicBezTo>
                  <a:pt x="-83043" y="1472267"/>
                  <a:pt x="326981" y="0"/>
                  <a:pt x="482998" y="0"/>
                </a:cubicBezTo>
                <a:cubicBezTo>
                  <a:pt x="639015" y="0"/>
                  <a:pt x="1038072" y="1449789"/>
                  <a:pt x="951050" y="1584176"/>
                </a:cubicBezTo>
                <a:cubicBezTo>
                  <a:pt x="857722" y="1728302"/>
                  <a:pt x="115358" y="1698853"/>
                  <a:pt x="14946" y="1584176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700" i="1" dirty="0">
                <a:solidFill>
                  <a:schemeClr val="bg1"/>
                </a:solidFill>
              </a:rPr>
              <a:t>Größer als </a:t>
            </a:r>
            <a:r>
              <a:rPr lang="de-DE" sz="700" b="1" i="1" dirty="0">
                <a:solidFill>
                  <a:schemeClr val="bg1"/>
                </a:solidFill>
              </a:rPr>
              <a:t>e</a:t>
            </a:r>
            <a:endParaRPr lang="de-DE" sz="7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95138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57" grpId="0" animBg="1"/>
      <p:bldP spid="60" grpId="0" animBg="1"/>
      <p:bldP spid="67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B542B3-FE3F-7E79-C87B-0A1DC2913A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9552" y="4480107"/>
            <a:ext cx="7196571" cy="418387"/>
          </a:xfrm>
        </p:spPr>
        <p:txBody>
          <a:bodyPr/>
          <a:lstStyle/>
          <a:p>
            <a:r>
              <a:rPr lang="de-DE" b="1" dirty="0"/>
              <a:t>Direkte Implementierung </a:t>
            </a:r>
            <a:r>
              <a:rPr lang="de-DE" dirty="0"/>
              <a:t>ist kompliziert wegen verschiedenen Knotentypen!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A226B3C-210F-D66A-ECCC-0EFC1C122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Symboltabelle: Komplexitäten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3DA13860-400B-F9DE-C443-361F04E7D34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68644745"/>
                  </p:ext>
                </p:extLst>
              </p:nvPr>
            </p:nvGraphicFramePr>
            <p:xfrm>
              <a:off x="358776" y="1128062"/>
              <a:ext cx="8245672" cy="278181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00503">
                      <a:extLst>
                        <a:ext uri="{9D8B030D-6E8A-4147-A177-3AD203B41FA5}">
                          <a16:colId xmlns:a16="http://schemas.microsoft.com/office/drawing/2014/main" val="1442342595"/>
                        </a:ext>
                      </a:extLst>
                    </a:gridCol>
                    <a:gridCol w="1062072">
                      <a:extLst>
                        <a:ext uri="{9D8B030D-6E8A-4147-A177-3AD203B41FA5}">
                          <a16:colId xmlns:a16="http://schemas.microsoft.com/office/drawing/2014/main" val="3126452094"/>
                        </a:ext>
                      </a:extLst>
                    </a:gridCol>
                    <a:gridCol w="1147218">
                      <a:extLst>
                        <a:ext uri="{9D8B030D-6E8A-4147-A177-3AD203B41FA5}">
                          <a16:colId xmlns:a16="http://schemas.microsoft.com/office/drawing/2014/main" val="793860594"/>
                        </a:ext>
                      </a:extLst>
                    </a:gridCol>
                    <a:gridCol w="1058969">
                      <a:extLst>
                        <a:ext uri="{9D8B030D-6E8A-4147-A177-3AD203B41FA5}">
                          <a16:colId xmlns:a16="http://schemas.microsoft.com/office/drawing/2014/main" val="983505871"/>
                        </a:ext>
                      </a:extLst>
                    </a:gridCol>
                    <a:gridCol w="1084324">
                      <a:extLst>
                        <a:ext uri="{9D8B030D-6E8A-4147-A177-3AD203B41FA5}">
                          <a16:colId xmlns:a16="http://schemas.microsoft.com/office/drawing/2014/main" val="3699452866"/>
                        </a:ext>
                      </a:extLst>
                    </a:gridCol>
                    <a:gridCol w="1088145">
                      <a:extLst>
                        <a:ext uri="{9D8B030D-6E8A-4147-A177-3AD203B41FA5}">
                          <a16:colId xmlns:a16="http://schemas.microsoft.com/office/drawing/2014/main" val="1336977128"/>
                        </a:ext>
                      </a:extLst>
                    </a:gridCol>
                    <a:gridCol w="1004441">
                      <a:extLst>
                        <a:ext uri="{9D8B030D-6E8A-4147-A177-3AD203B41FA5}">
                          <a16:colId xmlns:a16="http://schemas.microsoft.com/office/drawing/2014/main" val="273972525"/>
                        </a:ext>
                      </a:extLst>
                    </a:gridCol>
                  </a:tblGrid>
                  <a:tr h="313433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Implementierung</a:t>
                          </a:r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Garantiert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200" i="1" noProof="0" dirty="0"/>
                            <a:t>Average</a:t>
                          </a:r>
                          <a:endParaRPr lang="en-US" sz="1200" noProof="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 sz="1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1266586"/>
                      </a:ext>
                    </a:extLst>
                  </a:tr>
                  <a:tr h="516242">
                    <a:tc vMerge="1">
                      <a:txBody>
                        <a:bodyPr/>
                        <a:lstStyle/>
                        <a:p>
                          <a:r>
                            <a:rPr lang="de-DE" sz="1100" b="1" dirty="0">
                              <a:solidFill>
                                <a:schemeClr val="bg1"/>
                              </a:solidFill>
                            </a:rPr>
                            <a:t>Implementierung</a:t>
                          </a:r>
                        </a:p>
                      </a:txBody>
                      <a:tcPr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Suche </a:t>
                          </a:r>
                          <a:b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</a:b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get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Einfügen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put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Löschen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Suche </a:t>
                          </a:r>
                          <a:b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</a:b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get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Einfügen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put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Löschen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6641460"/>
                      </a:ext>
                    </a:extLst>
                  </a:tr>
                  <a:tr h="5162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</a:rPr>
                            <a:t>Sequentielle Suche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71760991"/>
                      </a:ext>
                    </a:extLst>
                  </a:tr>
                  <a:tr h="3736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</a:rPr>
                            <a:t>Binäre Suche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i="0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i="0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44136918"/>
                      </a:ext>
                    </a:extLst>
                  </a:tr>
                  <a:tr h="5162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</a:rPr>
                            <a:t>Binäre Suchbäume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1.39⋅</m:t>
                                </m:r>
                                <m:sSub>
                                  <m:sSubPr>
                                    <m:ctrlP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i="0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1.39⋅</m:t>
                                </m:r>
                                <m:sSub>
                                  <m:sSubPr>
                                    <m:ctrlP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i="0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√</m:t>
                                </m:r>
                                <m:r>
                                  <a:rPr lang="en-US" sz="1200" b="0" i="1" smtClean="0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13800285"/>
                      </a:ext>
                    </a:extLst>
                  </a:tr>
                  <a:tr h="5162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/>
                            <a:t>Ziel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2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de-DE" sz="12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2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de-DE" sz="12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2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de-DE" sz="12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2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de-DE" sz="12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2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de-DE" sz="12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2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de-DE" sz="12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953654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le 22">
                <a:extLst>
                  <a:ext uri="{FF2B5EF4-FFF2-40B4-BE49-F238E27FC236}">
                    <a16:creationId xmlns:a16="http://schemas.microsoft.com/office/drawing/2014/main" id="{3DA13860-400B-F9DE-C443-361F04E7D34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68644745"/>
                  </p:ext>
                </p:extLst>
              </p:nvPr>
            </p:nvGraphicFramePr>
            <p:xfrm>
              <a:off x="358776" y="1128062"/>
              <a:ext cx="8245672" cy="278181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00503">
                      <a:extLst>
                        <a:ext uri="{9D8B030D-6E8A-4147-A177-3AD203B41FA5}">
                          <a16:colId xmlns:a16="http://schemas.microsoft.com/office/drawing/2014/main" val="1442342595"/>
                        </a:ext>
                      </a:extLst>
                    </a:gridCol>
                    <a:gridCol w="1062072">
                      <a:extLst>
                        <a:ext uri="{9D8B030D-6E8A-4147-A177-3AD203B41FA5}">
                          <a16:colId xmlns:a16="http://schemas.microsoft.com/office/drawing/2014/main" val="3126452094"/>
                        </a:ext>
                      </a:extLst>
                    </a:gridCol>
                    <a:gridCol w="1147218">
                      <a:extLst>
                        <a:ext uri="{9D8B030D-6E8A-4147-A177-3AD203B41FA5}">
                          <a16:colId xmlns:a16="http://schemas.microsoft.com/office/drawing/2014/main" val="793860594"/>
                        </a:ext>
                      </a:extLst>
                    </a:gridCol>
                    <a:gridCol w="1058969">
                      <a:extLst>
                        <a:ext uri="{9D8B030D-6E8A-4147-A177-3AD203B41FA5}">
                          <a16:colId xmlns:a16="http://schemas.microsoft.com/office/drawing/2014/main" val="983505871"/>
                        </a:ext>
                      </a:extLst>
                    </a:gridCol>
                    <a:gridCol w="1084324">
                      <a:extLst>
                        <a:ext uri="{9D8B030D-6E8A-4147-A177-3AD203B41FA5}">
                          <a16:colId xmlns:a16="http://schemas.microsoft.com/office/drawing/2014/main" val="3699452866"/>
                        </a:ext>
                      </a:extLst>
                    </a:gridCol>
                    <a:gridCol w="1088145">
                      <a:extLst>
                        <a:ext uri="{9D8B030D-6E8A-4147-A177-3AD203B41FA5}">
                          <a16:colId xmlns:a16="http://schemas.microsoft.com/office/drawing/2014/main" val="1336977128"/>
                        </a:ext>
                      </a:extLst>
                    </a:gridCol>
                    <a:gridCol w="1004441">
                      <a:extLst>
                        <a:ext uri="{9D8B030D-6E8A-4147-A177-3AD203B41FA5}">
                          <a16:colId xmlns:a16="http://schemas.microsoft.com/office/drawing/2014/main" val="273972525"/>
                        </a:ext>
                      </a:extLst>
                    </a:gridCol>
                  </a:tblGrid>
                  <a:tr h="313433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Implementierung</a:t>
                          </a:r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Garantiert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200" i="1" noProof="0" dirty="0"/>
                            <a:t>Average</a:t>
                          </a:r>
                          <a:endParaRPr lang="en-US" sz="1200" noProof="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 sz="1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1266586"/>
                      </a:ext>
                    </a:extLst>
                  </a:tr>
                  <a:tr h="516242">
                    <a:tc vMerge="1">
                      <a:txBody>
                        <a:bodyPr/>
                        <a:lstStyle/>
                        <a:p>
                          <a:r>
                            <a:rPr lang="de-DE" sz="1100" b="1" dirty="0">
                              <a:solidFill>
                                <a:schemeClr val="bg1"/>
                              </a:solidFill>
                            </a:rPr>
                            <a:t>Implementierung</a:t>
                          </a:r>
                        </a:p>
                      </a:txBody>
                      <a:tcPr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Suche </a:t>
                          </a:r>
                          <a:b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</a:b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get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Einfügen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put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Löschen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Suche </a:t>
                          </a:r>
                          <a:b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</a:b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get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Einfügen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put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Löschen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6641460"/>
                      </a:ext>
                    </a:extLst>
                  </a:tr>
                  <a:tr h="5162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</a:rPr>
                            <a:t>Sequentielle Suche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0238" t="-165000" r="-507143" b="-29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2222" t="-165000" r="-373333" b="-29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7381" t="-165000" r="-300000" b="-29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71765" t="-165000" r="-196471" b="-29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65116" t="-165000" r="-94186" b="-29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24051" t="-165000" r="-2532" b="-29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1760991"/>
                      </a:ext>
                    </a:extLst>
                  </a:tr>
                  <a:tr h="4034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</a:rPr>
                            <a:t>Binäre Suche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0238" t="-331250" r="-507143" b="-26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2222" t="-331250" r="-373333" b="-26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7381" t="-331250" r="-300000" b="-26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71765" t="-331250" r="-196471" b="-26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65116" t="-331250" r="-94186" b="-26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24051" t="-331250" r="-2532" b="-26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4136918"/>
                      </a:ext>
                    </a:extLst>
                  </a:tr>
                  <a:tr h="5162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</a:rPr>
                            <a:t>Binäre Suchbäume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0238" t="-336585" r="-507143" b="-1048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2222" t="-336585" r="-373333" b="-1048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7381" t="-336585" r="-300000" b="-1048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71765" t="-336585" r="-196471" b="-1048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65116" t="-336585" r="-94186" b="-1048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24051" t="-336585" r="-2532" b="-1048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3800285"/>
                      </a:ext>
                    </a:extLst>
                  </a:tr>
                  <a:tr h="5162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/>
                            <a:t>Ziel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0238" t="-436585" r="-507143" b="-48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2222" t="-436585" r="-373333" b="-48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7381" t="-436585" r="-300000" b="-48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71765" t="-436585" r="-196471" b="-48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65116" t="-436585" r="-94186" b="-48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24051" t="-436585" r="-2532" b="-48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536545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026D103A-1179-248C-E523-8049B11456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341652"/>
                  </p:ext>
                </p:extLst>
              </p:nvPr>
            </p:nvGraphicFramePr>
            <p:xfrm>
              <a:off x="358776" y="1128062"/>
              <a:ext cx="8245672" cy="278181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00503">
                      <a:extLst>
                        <a:ext uri="{9D8B030D-6E8A-4147-A177-3AD203B41FA5}">
                          <a16:colId xmlns:a16="http://schemas.microsoft.com/office/drawing/2014/main" val="1442342595"/>
                        </a:ext>
                      </a:extLst>
                    </a:gridCol>
                    <a:gridCol w="1062072">
                      <a:extLst>
                        <a:ext uri="{9D8B030D-6E8A-4147-A177-3AD203B41FA5}">
                          <a16:colId xmlns:a16="http://schemas.microsoft.com/office/drawing/2014/main" val="3126452094"/>
                        </a:ext>
                      </a:extLst>
                    </a:gridCol>
                    <a:gridCol w="1147218">
                      <a:extLst>
                        <a:ext uri="{9D8B030D-6E8A-4147-A177-3AD203B41FA5}">
                          <a16:colId xmlns:a16="http://schemas.microsoft.com/office/drawing/2014/main" val="793860594"/>
                        </a:ext>
                      </a:extLst>
                    </a:gridCol>
                    <a:gridCol w="1058969">
                      <a:extLst>
                        <a:ext uri="{9D8B030D-6E8A-4147-A177-3AD203B41FA5}">
                          <a16:colId xmlns:a16="http://schemas.microsoft.com/office/drawing/2014/main" val="983505871"/>
                        </a:ext>
                      </a:extLst>
                    </a:gridCol>
                    <a:gridCol w="1084324">
                      <a:extLst>
                        <a:ext uri="{9D8B030D-6E8A-4147-A177-3AD203B41FA5}">
                          <a16:colId xmlns:a16="http://schemas.microsoft.com/office/drawing/2014/main" val="3699452866"/>
                        </a:ext>
                      </a:extLst>
                    </a:gridCol>
                    <a:gridCol w="1088145">
                      <a:extLst>
                        <a:ext uri="{9D8B030D-6E8A-4147-A177-3AD203B41FA5}">
                          <a16:colId xmlns:a16="http://schemas.microsoft.com/office/drawing/2014/main" val="1336977128"/>
                        </a:ext>
                      </a:extLst>
                    </a:gridCol>
                    <a:gridCol w="1004441">
                      <a:extLst>
                        <a:ext uri="{9D8B030D-6E8A-4147-A177-3AD203B41FA5}">
                          <a16:colId xmlns:a16="http://schemas.microsoft.com/office/drawing/2014/main" val="273972525"/>
                        </a:ext>
                      </a:extLst>
                    </a:gridCol>
                  </a:tblGrid>
                  <a:tr h="313433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Implementierung</a:t>
                          </a:r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Garantiert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200" i="1" noProof="0" dirty="0"/>
                            <a:t>Average</a:t>
                          </a:r>
                          <a:endParaRPr lang="en-US" sz="1200" noProof="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 sz="1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1266586"/>
                      </a:ext>
                    </a:extLst>
                  </a:tr>
                  <a:tr h="516242">
                    <a:tc vMerge="1">
                      <a:txBody>
                        <a:bodyPr/>
                        <a:lstStyle/>
                        <a:p>
                          <a:r>
                            <a:rPr lang="de-DE" sz="1100" b="1" dirty="0">
                              <a:solidFill>
                                <a:schemeClr val="bg1"/>
                              </a:solidFill>
                            </a:rPr>
                            <a:t>Implementierung</a:t>
                          </a:r>
                        </a:p>
                      </a:txBody>
                      <a:tcPr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Suche </a:t>
                          </a:r>
                          <a:b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</a:b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get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Einfügen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put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Löschen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Suche </a:t>
                          </a:r>
                          <a:b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</a:b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get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Einfügen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put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Löschen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6641460"/>
                      </a:ext>
                    </a:extLst>
                  </a:tr>
                  <a:tr h="5162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</a:rPr>
                            <a:t>Sequentielle Suche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71760991"/>
                      </a:ext>
                    </a:extLst>
                  </a:tr>
                  <a:tr h="3736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</a:rPr>
                            <a:t>Binäre Suche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i="0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i="0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44136918"/>
                      </a:ext>
                    </a:extLst>
                  </a:tr>
                  <a:tr h="5162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</a:rPr>
                            <a:t>Binäre Suchbäume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1.39⋅</m:t>
                                </m:r>
                                <m:sSub>
                                  <m:sSubPr>
                                    <m:ctrlP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i="0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1.39⋅</m:t>
                                </m:r>
                                <m:sSub>
                                  <m:sSubPr>
                                    <m:ctrlP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i="0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solidFill>
                                          <a:schemeClr val="tx1">
                                            <a:lumMod val="50000"/>
                                            <a:lumOff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√</m:t>
                                </m:r>
                                <m:r>
                                  <a:rPr lang="en-US" sz="1200" b="0" i="1" smtClean="0">
                                    <a:solidFill>
                                      <a:schemeClr val="tx1">
                                        <a:lumMod val="50000"/>
                                        <a:lumOff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oMath>
                            </m:oMathPara>
                          </a14:m>
                          <a:endParaRPr lang="de-DE" sz="1200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13800285"/>
                      </a:ext>
                    </a:extLst>
                  </a:tr>
                  <a:tr h="5162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/>
                            <a:t>2-3 Bäume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de-DE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de-DE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de-DE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de-DE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de-DE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b>
                                  <m:sSubPr>
                                    <m:ctrlP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de-DE" sz="1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953654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026D103A-1179-248C-E523-8049B11456A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341652"/>
                  </p:ext>
                </p:extLst>
              </p:nvPr>
            </p:nvGraphicFramePr>
            <p:xfrm>
              <a:off x="358776" y="1128062"/>
              <a:ext cx="8245672" cy="278181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00503">
                      <a:extLst>
                        <a:ext uri="{9D8B030D-6E8A-4147-A177-3AD203B41FA5}">
                          <a16:colId xmlns:a16="http://schemas.microsoft.com/office/drawing/2014/main" val="1442342595"/>
                        </a:ext>
                      </a:extLst>
                    </a:gridCol>
                    <a:gridCol w="1062072">
                      <a:extLst>
                        <a:ext uri="{9D8B030D-6E8A-4147-A177-3AD203B41FA5}">
                          <a16:colId xmlns:a16="http://schemas.microsoft.com/office/drawing/2014/main" val="3126452094"/>
                        </a:ext>
                      </a:extLst>
                    </a:gridCol>
                    <a:gridCol w="1147218">
                      <a:extLst>
                        <a:ext uri="{9D8B030D-6E8A-4147-A177-3AD203B41FA5}">
                          <a16:colId xmlns:a16="http://schemas.microsoft.com/office/drawing/2014/main" val="793860594"/>
                        </a:ext>
                      </a:extLst>
                    </a:gridCol>
                    <a:gridCol w="1058969">
                      <a:extLst>
                        <a:ext uri="{9D8B030D-6E8A-4147-A177-3AD203B41FA5}">
                          <a16:colId xmlns:a16="http://schemas.microsoft.com/office/drawing/2014/main" val="983505871"/>
                        </a:ext>
                      </a:extLst>
                    </a:gridCol>
                    <a:gridCol w="1084324">
                      <a:extLst>
                        <a:ext uri="{9D8B030D-6E8A-4147-A177-3AD203B41FA5}">
                          <a16:colId xmlns:a16="http://schemas.microsoft.com/office/drawing/2014/main" val="3699452866"/>
                        </a:ext>
                      </a:extLst>
                    </a:gridCol>
                    <a:gridCol w="1088145">
                      <a:extLst>
                        <a:ext uri="{9D8B030D-6E8A-4147-A177-3AD203B41FA5}">
                          <a16:colId xmlns:a16="http://schemas.microsoft.com/office/drawing/2014/main" val="1336977128"/>
                        </a:ext>
                      </a:extLst>
                    </a:gridCol>
                    <a:gridCol w="1004441">
                      <a:extLst>
                        <a:ext uri="{9D8B030D-6E8A-4147-A177-3AD203B41FA5}">
                          <a16:colId xmlns:a16="http://schemas.microsoft.com/office/drawing/2014/main" val="273972525"/>
                        </a:ext>
                      </a:extLst>
                    </a:gridCol>
                  </a:tblGrid>
                  <a:tr h="313433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Implementierung</a:t>
                          </a:r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de-DE" sz="1200" dirty="0"/>
                            <a:t>Garantiert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1200" i="1" noProof="0" dirty="0"/>
                            <a:t>Average</a:t>
                          </a:r>
                          <a:endParaRPr lang="en-US" sz="1200" noProof="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de-DE" sz="11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1266586"/>
                      </a:ext>
                    </a:extLst>
                  </a:tr>
                  <a:tr h="516242">
                    <a:tc vMerge="1">
                      <a:txBody>
                        <a:bodyPr/>
                        <a:lstStyle/>
                        <a:p>
                          <a:r>
                            <a:rPr lang="de-DE" sz="1100" b="1" dirty="0">
                              <a:solidFill>
                                <a:schemeClr val="bg1"/>
                              </a:solidFill>
                            </a:rPr>
                            <a:t>Implementierung</a:t>
                          </a:r>
                        </a:p>
                      </a:txBody>
                      <a:tcPr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Suche </a:t>
                          </a:r>
                          <a:b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</a:b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get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Einfügen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put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Löschen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Suche </a:t>
                          </a:r>
                          <a:b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</a:b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get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Einfügen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put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Löschen (</a:t>
                          </a:r>
                          <a:r>
                            <a:rPr lang="en-US" sz="1200" b="1" noProof="0" dirty="0">
                              <a:solidFill>
                                <a:schemeClr val="bg1"/>
                              </a:solidFill>
                              <a:latin typeface="Courier New" panose="02070309020205020404" pitchFamily="49" charset="0"/>
                              <a:cs typeface="Courier New" panose="02070309020205020404" pitchFamily="49" charset="0"/>
                            </a:rPr>
                            <a:t>remove</a:t>
                          </a:r>
                          <a:r>
                            <a:rPr lang="de-DE" sz="1200" b="1" dirty="0">
                              <a:solidFill>
                                <a:schemeClr val="bg1"/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solidFill>
                          <a:srgbClr val="B1063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6641460"/>
                      </a:ext>
                    </a:extLst>
                  </a:tr>
                  <a:tr h="5162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</a:rPr>
                            <a:t>Sequentielle Suche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70238" t="-165000" r="-507143" b="-29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52222" t="-165000" r="-373333" b="-29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77381" t="-165000" r="-300000" b="-29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71765" t="-165000" r="-196471" b="-29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65116" t="-165000" r="-94186" b="-29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24051" t="-165000" r="-2532" b="-29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71760991"/>
                      </a:ext>
                    </a:extLst>
                  </a:tr>
                  <a:tr h="4034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</a:rPr>
                            <a:t>Binäre Suche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70238" t="-331250" r="-507143" b="-26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52222" t="-331250" r="-373333" b="-26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77381" t="-331250" r="-300000" b="-26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71765" t="-331250" r="-196471" b="-26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65116" t="-331250" r="-94186" b="-26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24051" t="-331250" r="-2532" b="-26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4136918"/>
                      </a:ext>
                    </a:extLst>
                  </a:tr>
                  <a:tr h="5162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</a:rPr>
                            <a:t>Binäre Suchbäume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70238" t="-336585" r="-507143" b="-1048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52222" t="-336585" r="-373333" b="-1048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77381" t="-336585" r="-300000" b="-1048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71765" t="-336585" r="-196471" b="-1048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65116" t="-336585" r="-94186" b="-1048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24051" t="-336585" r="-2532" b="-1048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13800285"/>
                      </a:ext>
                    </a:extLst>
                  </a:tr>
                  <a:tr h="5162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1" dirty="0"/>
                            <a:t>2-3 Bäume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70238" t="-436585" r="-507143" b="-48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52222" t="-436585" r="-373333" b="-48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77381" t="-436585" r="-300000" b="-48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71765" t="-436585" r="-196471" b="-48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65116" t="-436585" r="-94186" b="-48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24051" t="-436585" r="-2532" b="-48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536545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5E1A3D4A-2306-6A0B-ED49-12B92DDE5AE3}"/>
              </a:ext>
            </a:extLst>
          </p:cNvPr>
          <p:cNvSpPr txBox="1"/>
          <p:nvPr/>
        </p:nvSpPr>
        <p:spPr bwMode="gray">
          <a:xfrm>
            <a:off x="3059832" y="4178761"/>
            <a:ext cx="3600400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>
                <a:solidFill>
                  <a:srgbClr val="C00000"/>
                </a:solidFill>
              </a:rPr>
              <a:t>Konstante c hängt von der Implementierung ab 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42B774F-20AD-FCAE-C7ED-944626E26901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2483768" y="3774925"/>
            <a:ext cx="792088" cy="41838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138EA64-BF55-212E-8DF5-E0C1398EB0F1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3473500" y="3752459"/>
            <a:ext cx="323801" cy="43923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54CCC90-4B2A-705E-CD14-E882609C3EB5}"/>
              </a:ext>
            </a:extLst>
          </p:cNvPr>
          <p:cNvCxnSpPr>
            <a:cxnSpLocks/>
          </p:cNvCxnSpPr>
          <p:nvPr/>
        </p:nvCxnSpPr>
        <p:spPr bwMode="gray">
          <a:xfrm flipV="1">
            <a:off x="4355976" y="3752459"/>
            <a:ext cx="216024" cy="43923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6973E64-0009-B1E6-0266-BA23E9F47DF7}"/>
              </a:ext>
            </a:extLst>
          </p:cNvPr>
          <p:cNvCxnSpPr>
            <a:cxnSpLocks/>
          </p:cNvCxnSpPr>
          <p:nvPr/>
        </p:nvCxnSpPr>
        <p:spPr bwMode="gray">
          <a:xfrm flipV="1">
            <a:off x="5184068" y="3752459"/>
            <a:ext cx="444454" cy="43923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BAFC460-1FF0-D160-6610-C7E7E195C2BA}"/>
              </a:ext>
            </a:extLst>
          </p:cNvPr>
          <p:cNvCxnSpPr>
            <a:cxnSpLocks/>
          </p:cNvCxnSpPr>
          <p:nvPr/>
        </p:nvCxnSpPr>
        <p:spPr bwMode="gray">
          <a:xfrm flipV="1">
            <a:off x="6026311" y="3752459"/>
            <a:ext cx="633921" cy="46169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B57F4F9-6D51-6C79-5B31-C842AF321065}"/>
              </a:ext>
            </a:extLst>
          </p:cNvPr>
          <p:cNvCxnSpPr>
            <a:cxnSpLocks/>
          </p:cNvCxnSpPr>
          <p:nvPr/>
        </p:nvCxnSpPr>
        <p:spPr bwMode="gray">
          <a:xfrm flipV="1">
            <a:off x="6519922" y="3752459"/>
            <a:ext cx="1216201" cy="505675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23893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de-DE" altLang="en-DE" dirty="0"/>
              <a:t>2-3 Bäume</a:t>
            </a:r>
          </a:p>
          <a:p>
            <a:pPr marL="342900" indent="-342900"/>
            <a:r>
              <a:rPr lang="de-DE" altLang="en-DE" b="1" dirty="0"/>
              <a:t>(Links-Neigende) Rot-Schwarz Bäume (</a:t>
            </a:r>
            <a:r>
              <a:rPr lang="en-US" altLang="en-DE" b="1" i="1" dirty="0"/>
              <a:t>left-leaning red-black trees</a:t>
            </a:r>
            <a:r>
              <a:rPr lang="de-DE" altLang="en-DE" b="1" dirty="0"/>
              <a:t>)</a:t>
            </a:r>
          </a:p>
          <a:p>
            <a:pPr marL="614125" lvl="1" indent="-342900"/>
            <a:r>
              <a:rPr lang="de-DE" altLang="en-DE" dirty="0"/>
              <a:t>Rotationen und Farbwechsel</a:t>
            </a:r>
          </a:p>
          <a:p>
            <a:pPr marL="614125" lvl="1" indent="-342900"/>
            <a:r>
              <a:rPr lang="de-DE" altLang="en-DE" dirty="0"/>
              <a:t>Einfügen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3164572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747F33-5B83-63C9-328A-0503F3D8BD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b="1" dirty="0"/>
              <a:t>Herausforderung</a:t>
            </a:r>
            <a:r>
              <a:rPr lang="de-DE" dirty="0"/>
              <a:t>: Wie kann man einen 3-Knoten darstellen?</a:t>
            </a:r>
          </a:p>
          <a:p>
            <a:endParaRPr lang="de-DE" dirty="0"/>
          </a:p>
          <a:p>
            <a:r>
              <a:rPr lang="de-DE" b="1" dirty="0"/>
              <a:t>Idee 1</a:t>
            </a:r>
            <a:r>
              <a:rPr lang="de-DE" dirty="0"/>
              <a:t>: Regulärer Binärsuchbaum</a:t>
            </a:r>
          </a:p>
          <a:p>
            <a:pPr lvl="1"/>
            <a:r>
              <a:rPr lang="de-DE" sz="1200" dirty="0"/>
              <a:t>Unmöglich einen 2-Knoten und 3-Knoten zu unterscheiden</a:t>
            </a:r>
          </a:p>
          <a:p>
            <a:pPr lvl="1"/>
            <a:r>
              <a:rPr lang="de-DE" sz="1200" dirty="0"/>
              <a:t>Keine eindeutige Abbildung von BST zu 2-3 Bäumen möglich</a:t>
            </a:r>
          </a:p>
          <a:p>
            <a:endParaRPr lang="de-DE" b="1" dirty="0"/>
          </a:p>
          <a:p>
            <a:r>
              <a:rPr lang="de-DE" b="1" dirty="0"/>
              <a:t>Idee 2</a:t>
            </a:r>
            <a:r>
              <a:rPr lang="de-DE" dirty="0"/>
              <a:t>: Regulärer Binärsuchbaum mit extra Verbindungsknoten</a:t>
            </a:r>
          </a:p>
          <a:p>
            <a:pPr lvl="1"/>
            <a:r>
              <a:rPr lang="de-DE" sz="1200" dirty="0"/>
              <a:t>Zusätzlicher Knoten und Kante notwendig</a:t>
            </a:r>
          </a:p>
          <a:p>
            <a:pPr lvl="1"/>
            <a:r>
              <a:rPr lang="de-DE" sz="1200" dirty="0"/>
              <a:t>Code sehr unübersichtlich mit vielen Spezialfällen</a:t>
            </a:r>
          </a:p>
          <a:p>
            <a:endParaRPr lang="de-DE" b="1" dirty="0"/>
          </a:p>
          <a:p>
            <a:r>
              <a:rPr lang="de-DE" b="1" dirty="0"/>
              <a:t>Idee 3</a:t>
            </a:r>
            <a:r>
              <a:rPr lang="de-DE" dirty="0"/>
              <a:t>: Regulärer Binärsuchbaum mit extra (</a:t>
            </a:r>
            <a:r>
              <a:rPr lang="de-DE" dirty="0">
                <a:solidFill>
                  <a:srgbClr val="FF0000"/>
                </a:solidFill>
              </a:rPr>
              <a:t>roter</a:t>
            </a:r>
            <a:r>
              <a:rPr lang="de-DE" dirty="0"/>
              <a:t>) Verbindung</a:t>
            </a:r>
          </a:p>
          <a:p>
            <a:pPr lvl="1"/>
            <a:r>
              <a:rPr lang="de-DE" sz="1200" dirty="0"/>
              <a:t>Elegante Lösung ohne zusätzlichen Knoten und Kante</a:t>
            </a:r>
          </a:p>
          <a:p>
            <a:pPr lvl="1"/>
            <a:r>
              <a:rPr lang="de-DE" sz="1200" dirty="0"/>
              <a:t>Überall in Praxis und Industrie benutzt</a:t>
            </a:r>
          </a:p>
          <a:p>
            <a:endParaRPr lang="de-DE" dirty="0"/>
          </a:p>
          <a:p>
            <a:endParaRPr lang="de-DE" dirty="0"/>
          </a:p>
          <a:p>
            <a:endParaRPr lang="de-DE" b="1" dirty="0"/>
          </a:p>
          <a:p>
            <a:endParaRPr lang="de-DE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4EEACD-B005-1A56-4B5C-FDF7AEA92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Darstellung von 2-3 Bäumen mit Binären Suchbäumen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49949FB-62B2-2CCA-944C-3C55B87C34B1}"/>
              </a:ext>
            </a:extLst>
          </p:cNvPr>
          <p:cNvGrpSpPr/>
          <p:nvPr/>
        </p:nvGrpSpPr>
        <p:grpSpPr>
          <a:xfrm>
            <a:off x="6552664" y="1131590"/>
            <a:ext cx="648072" cy="648072"/>
            <a:chOff x="6552664" y="1131590"/>
            <a:chExt cx="648072" cy="648072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CD1A412-891C-A8BB-F449-0C5D2A167EA6}"/>
                </a:ext>
              </a:extLst>
            </p:cNvPr>
            <p:cNvCxnSpPr>
              <a:cxnSpLocks/>
              <a:endCxn id="8" idx="1"/>
            </p:cNvCxnSpPr>
            <p:nvPr/>
          </p:nvCxnSpPr>
          <p:spPr bwMode="gray">
            <a:xfrm>
              <a:off x="6861108" y="1131590"/>
              <a:ext cx="0" cy="22310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ED4AA320-063B-5F05-07DE-0F8C1961491B}"/>
                </a:ext>
              </a:extLst>
            </p:cNvPr>
            <p:cNvCxnSpPr>
              <a:cxnSpLocks/>
              <a:endCxn id="8" idx="6"/>
            </p:cNvCxnSpPr>
            <p:nvPr/>
          </p:nvCxnSpPr>
          <p:spPr bwMode="gray">
            <a:xfrm flipV="1">
              <a:off x="6552664" y="1569689"/>
              <a:ext cx="115116" cy="2099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3D32942-8D2F-1E41-F630-D07EA69CDD81}"/>
                </a:ext>
              </a:extLst>
            </p:cNvPr>
            <p:cNvCxnSpPr>
              <a:cxnSpLocks/>
              <a:stCxn id="8" idx="4"/>
            </p:cNvCxnSpPr>
            <p:nvPr/>
          </p:nvCxnSpPr>
          <p:spPr bwMode="gray">
            <a:xfrm>
              <a:off x="7056720" y="1569689"/>
              <a:ext cx="144016" cy="2099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C6A4BA1-94EC-42AD-8F5F-284E58CCFB9D}"/>
                </a:ext>
              </a:extLst>
            </p:cNvPr>
            <p:cNvCxnSpPr>
              <a:cxnSpLocks/>
              <a:endCxn id="8" idx="5"/>
            </p:cNvCxnSpPr>
            <p:nvPr/>
          </p:nvCxnSpPr>
          <p:spPr bwMode="gray">
            <a:xfrm flipV="1">
              <a:off x="6867294" y="1572309"/>
              <a:ext cx="0" cy="20735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rminator 30">
              <a:extLst>
                <a:ext uri="{FF2B5EF4-FFF2-40B4-BE49-F238E27FC236}">
                  <a16:creationId xmlns:a16="http://schemas.microsoft.com/office/drawing/2014/main" id="{5DA49699-15D8-9311-6BEB-BDB62D204D34}"/>
                </a:ext>
              </a:extLst>
            </p:cNvPr>
            <p:cNvSpPr/>
            <p:nvPr/>
          </p:nvSpPr>
          <p:spPr bwMode="gray">
            <a:xfrm>
              <a:off x="6575523" y="1353665"/>
              <a:ext cx="573454" cy="218644"/>
            </a:xfrm>
            <a:custGeom>
              <a:avLst/>
              <a:gdLst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1600"/>
                <a:gd name="connsiteY0" fmla="*/ 0 h 21600"/>
                <a:gd name="connsiteX1" fmla="*/ 10518 w 21600"/>
                <a:gd name="connsiteY1" fmla="*/ 421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3475 w 21600"/>
                <a:gd name="connsiteY5" fmla="*/ 21600 h 21600"/>
                <a:gd name="connsiteX6" fmla="*/ 0 w 21600"/>
                <a:gd name="connsiteY6" fmla="*/ 10800 h 21600"/>
                <a:gd name="connsiteX7" fmla="*/ 3475 w 21600"/>
                <a:gd name="connsiteY7" fmla="*/ 0 h 21600"/>
                <a:gd name="connsiteX0" fmla="*/ 3475 w 21600"/>
                <a:gd name="connsiteY0" fmla="*/ 214 h 21814"/>
                <a:gd name="connsiteX1" fmla="*/ 11953 w 21600"/>
                <a:gd name="connsiteY1" fmla="*/ 0 h 21814"/>
                <a:gd name="connsiteX2" fmla="*/ 18125 w 21600"/>
                <a:gd name="connsiteY2" fmla="*/ 214 h 21814"/>
                <a:gd name="connsiteX3" fmla="*/ 21600 w 21600"/>
                <a:gd name="connsiteY3" fmla="*/ 11014 h 21814"/>
                <a:gd name="connsiteX4" fmla="*/ 18125 w 21600"/>
                <a:gd name="connsiteY4" fmla="*/ 21814 h 21814"/>
                <a:gd name="connsiteX5" fmla="*/ 3475 w 21600"/>
                <a:gd name="connsiteY5" fmla="*/ 21814 h 21814"/>
                <a:gd name="connsiteX6" fmla="*/ 0 w 21600"/>
                <a:gd name="connsiteY6" fmla="*/ 11014 h 21814"/>
                <a:gd name="connsiteX7" fmla="*/ 3475 w 21600"/>
                <a:gd name="connsiteY7" fmla="*/ 214 h 21814"/>
                <a:gd name="connsiteX0" fmla="*/ 3475 w 21600"/>
                <a:gd name="connsiteY0" fmla="*/ 0 h 21600"/>
                <a:gd name="connsiteX1" fmla="*/ 11355 w 21600"/>
                <a:gd name="connsiteY1" fmla="*/ 103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3475 w 21600"/>
                <a:gd name="connsiteY5" fmla="*/ 21600 h 21600"/>
                <a:gd name="connsiteX6" fmla="*/ 0 w 21600"/>
                <a:gd name="connsiteY6" fmla="*/ 10800 h 21600"/>
                <a:gd name="connsiteX7" fmla="*/ 3475 w 21600"/>
                <a:gd name="connsiteY7" fmla="*/ 0 h 21600"/>
                <a:gd name="connsiteX0" fmla="*/ 3475 w 21600"/>
                <a:gd name="connsiteY0" fmla="*/ 0 h 21600"/>
                <a:gd name="connsiteX1" fmla="*/ 11355 w 21600"/>
                <a:gd name="connsiteY1" fmla="*/ 103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11468 w 21600"/>
                <a:gd name="connsiteY5" fmla="*/ 21545 h 21600"/>
                <a:gd name="connsiteX6" fmla="*/ 3475 w 21600"/>
                <a:gd name="connsiteY6" fmla="*/ 21600 h 21600"/>
                <a:gd name="connsiteX7" fmla="*/ 0 w 21600"/>
                <a:gd name="connsiteY7" fmla="*/ 10800 h 21600"/>
                <a:gd name="connsiteX8" fmla="*/ 3475 w 21600"/>
                <a:gd name="connsiteY8" fmla="*/ 0 h 21600"/>
                <a:gd name="connsiteX0" fmla="*/ 3475 w 21600"/>
                <a:gd name="connsiteY0" fmla="*/ 0 h 21862"/>
                <a:gd name="connsiteX1" fmla="*/ 11355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153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  <a:gd name="connsiteX0" fmla="*/ 3475 w 21600"/>
                <a:gd name="connsiteY0" fmla="*/ 0 h 21862"/>
                <a:gd name="connsiteX1" fmla="*/ 11355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990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  <a:gd name="connsiteX0" fmla="*/ 3475 w 21600"/>
                <a:gd name="connsiteY0" fmla="*/ 0 h 21862"/>
                <a:gd name="connsiteX1" fmla="*/ 10757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990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00" h="21862">
                  <a:moveTo>
                    <a:pt x="3475" y="0"/>
                  </a:moveTo>
                  <a:lnTo>
                    <a:pt x="10757" y="103"/>
                  </a:lnTo>
                  <a:lnTo>
                    <a:pt x="18125" y="0"/>
                  </a:lnTo>
                  <a:cubicBezTo>
                    <a:pt x="20044" y="0"/>
                    <a:pt x="21600" y="4835"/>
                    <a:pt x="21600" y="10800"/>
                  </a:cubicBezTo>
                  <a:cubicBezTo>
                    <a:pt x="21600" y="16765"/>
                    <a:pt x="19814" y="19809"/>
                    <a:pt x="18125" y="21600"/>
                  </a:cubicBezTo>
                  <a:lnTo>
                    <a:pt x="10990" y="21862"/>
                  </a:lnTo>
                  <a:lnTo>
                    <a:pt x="3475" y="21600"/>
                  </a:lnTo>
                  <a:cubicBezTo>
                    <a:pt x="1556" y="21600"/>
                    <a:pt x="0" y="16765"/>
                    <a:pt x="0" y="10800"/>
                  </a:cubicBezTo>
                  <a:cubicBezTo>
                    <a:pt x="0" y="4835"/>
                    <a:pt x="1556" y="0"/>
                    <a:pt x="3475" y="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E  J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D40DAE4-1A06-1444-417C-10AEB9EBFBE3}"/>
              </a:ext>
            </a:extLst>
          </p:cNvPr>
          <p:cNvGrpSpPr/>
          <p:nvPr/>
        </p:nvGrpSpPr>
        <p:grpSpPr>
          <a:xfrm>
            <a:off x="6455260" y="2009253"/>
            <a:ext cx="575355" cy="709383"/>
            <a:chOff x="6455260" y="2009253"/>
            <a:chExt cx="575355" cy="709383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E0776C7-3F86-5ED9-CC1F-21990A08CD60}"/>
                </a:ext>
              </a:extLst>
            </p:cNvPr>
            <p:cNvSpPr/>
            <p:nvPr/>
          </p:nvSpPr>
          <p:spPr bwMode="gray">
            <a:xfrm>
              <a:off x="6757956" y="21606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J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85D727-300A-260D-E19D-A67196F5C4FA}"/>
                </a:ext>
              </a:extLst>
            </p:cNvPr>
            <p:cNvCxnSpPr>
              <a:cxnSpLocks/>
              <a:endCxn id="18" idx="0"/>
            </p:cNvCxnSpPr>
            <p:nvPr/>
          </p:nvCxnSpPr>
          <p:spPr bwMode="gray">
            <a:xfrm>
              <a:off x="6865968" y="2009253"/>
              <a:ext cx="0" cy="151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0082CCF-61C8-941E-2A93-9F375DF3F885}"/>
                </a:ext>
              </a:extLst>
            </p:cNvPr>
            <p:cNvCxnSpPr>
              <a:cxnSpLocks/>
              <a:stCxn id="18" idx="3"/>
              <a:endCxn id="22" idx="7"/>
            </p:cNvCxnSpPr>
            <p:nvPr/>
          </p:nvCxnSpPr>
          <p:spPr bwMode="gray">
            <a:xfrm flipH="1">
              <a:off x="6701321" y="2345018"/>
              <a:ext cx="88271" cy="1019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2E2C26D-1347-8CD5-D261-239A7CFDC46F}"/>
                </a:ext>
              </a:extLst>
            </p:cNvPr>
            <p:cNvCxnSpPr>
              <a:cxnSpLocks/>
              <a:stCxn id="18" idx="5"/>
            </p:cNvCxnSpPr>
            <p:nvPr/>
          </p:nvCxnSpPr>
          <p:spPr bwMode="gray">
            <a:xfrm>
              <a:off x="6942344" y="2345018"/>
              <a:ext cx="88271" cy="13988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5927373-0024-5BA3-23E8-B7AF875F3B65}"/>
                </a:ext>
              </a:extLst>
            </p:cNvPr>
            <p:cNvSpPr/>
            <p:nvPr/>
          </p:nvSpPr>
          <p:spPr bwMode="gray">
            <a:xfrm>
              <a:off x="6516933" y="2415289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E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7E0F6F8-EB0D-9B35-8645-9074BE168CFF}"/>
                </a:ext>
              </a:extLst>
            </p:cNvPr>
            <p:cNvCxnSpPr>
              <a:cxnSpLocks/>
              <a:stCxn id="22" idx="3"/>
            </p:cNvCxnSpPr>
            <p:nvPr/>
          </p:nvCxnSpPr>
          <p:spPr bwMode="gray">
            <a:xfrm flipH="1">
              <a:off x="6455260" y="2599677"/>
              <a:ext cx="93309" cy="11649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70C1412-59DE-551D-8244-C384818828B6}"/>
                </a:ext>
              </a:extLst>
            </p:cNvPr>
            <p:cNvCxnSpPr>
              <a:cxnSpLocks/>
              <a:stCxn id="22" idx="5"/>
            </p:cNvCxnSpPr>
            <p:nvPr/>
          </p:nvCxnSpPr>
          <p:spPr bwMode="gray">
            <a:xfrm>
              <a:off x="6701321" y="2599677"/>
              <a:ext cx="99745" cy="11895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1742CCE-C9FC-A07F-331D-206817F2CBE1}"/>
              </a:ext>
            </a:extLst>
          </p:cNvPr>
          <p:cNvGrpSpPr/>
          <p:nvPr/>
        </p:nvGrpSpPr>
        <p:grpSpPr>
          <a:xfrm>
            <a:off x="6455260" y="4017942"/>
            <a:ext cx="575355" cy="709383"/>
            <a:chOff x="6455260" y="4017942"/>
            <a:chExt cx="575355" cy="709383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A53CAE7-F696-CBA1-0932-49B613A63A3D}"/>
                </a:ext>
              </a:extLst>
            </p:cNvPr>
            <p:cNvSpPr/>
            <p:nvPr/>
          </p:nvSpPr>
          <p:spPr bwMode="gray">
            <a:xfrm>
              <a:off x="6757956" y="4169319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J</a:t>
              </a: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01F53AE-E41E-CC96-07C0-81EB6B22FC28}"/>
                </a:ext>
              </a:extLst>
            </p:cNvPr>
            <p:cNvCxnSpPr>
              <a:cxnSpLocks/>
              <a:endCxn id="29" idx="0"/>
            </p:cNvCxnSpPr>
            <p:nvPr/>
          </p:nvCxnSpPr>
          <p:spPr bwMode="gray">
            <a:xfrm>
              <a:off x="6865968" y="4017942"/>
              <a:ext cx="0" cy="151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4F96417-8870-A702-EE1B-9A04E9E5AE07}"/>
                </a:ext>
              </a:extLst>
            </p:cNvPr>
            <p:cNvCxnSpPr>
              <a:cxnSpLocks/>
              <a:stCxn id="29" idx="3"/>
              <a:endCxn id="33" idx="7"/>
            </p:cNvCxnSpPr>
            <p:nvPr/>
          </p:nvCxnSpPr>
          <p:spPr bwMode="gray">
            <a:xfrm flipH="1">
              <a:off x="6701321" y="4353707"/>
              <a:ext cx="88271" cy="10190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514FCDC-F43C-9123-59A9-85C4A39B66A5}"/>
                </a:ext>
              </a:extLst>
            </p:cNvPr>
            <p:cNvCxnSpPr>
              <a:cxnSpLocks/>
              <a:stCxn id="29" idx="5"/>
            </p:cNvCxnSpPr>
            <p:nvPr/>
          </p:nvCxnSpPr>
          <p:spPr bwMode="gray">
            <a:xfrm>
              <a:off x="6942344" y="4353707"/>
              <a:ext cx="88271" cy="13988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8D740D1A-4003-81C6-D7C2-D25DB5E788C3}"/>
                </a:ext>
              </a:extLst>
            </p:cNvPr>
            <p:cNvSpPr/>
            <p:nvPr/>
          </p:nvSpPr>
          <p:spPr bwMode="gray">
            <a:xfrm>
              <a:off x="6516933" y="4423978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E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50E41343-BDD5-6AB9-181A-A77493A3B2D1}"/>
                </a:ext>
              </a:extLst>
            </p:cNvPr>
            <p:cNvCxnSpPr>
              <a:cxnSpLocks/>
              <a:stCxn id="33" idx="3"/>
            </p:cNvCxnSpPr>
            <p:nvPr/>
          </p:nvCxnSpPr>
          <p:spPr bwMode="gray">
            <a:xfrm flipH="1">
              <a:off x="6455260" y="4608366"/>
              <a:ext cx="93309" cy="11649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9CDEF69-D4A2-15B7-CEB3-EEF881A5B5CC}"/>
                </a:ext>
              </a:extLst>
            </p:cNvPr>
            <p:cNvCxnSpPr>
              <a:cxnSpLocks/>
              <a:stCxn id="33" idx="5"/>
            </p:cNvCxnSpPr>
            <p:nvPr/>
          </p:nvCxnSpPr>
          <p:spPr bwMode="gray">
            <a:xfrm>
              <a:off x="6701321" y="4608366"/>
              <a:ext cx="99745" cy="11895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28DFCA4-CBC1-86BB-BA2D-F7D1662B1ED3}"/>
              </a:ext>
            </a:extLst>
          </p:cNvPr>
          <p:cNvGrpSpPr/>
          <p:nvPr/>
        </p:nvGrpSpPr>
        <p:grpSpPr>
          <a:xfrm>
            <a:off x="6486896" y="2969151"/>
            <a:ext cx="799369" cy="709383"/>
            <a:chOff x="6486896" y="2969151"/>
            <a:chExt cx="799369" cy="709383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0EEDEB4-9464-B2B3-C57F-9681148E044D}"/>
                </a:ext>
              </a:extLst>
            </p:cNvPr>
            <p:cNvSpPr/>
            <p:nvPr/>
          </p:nvSpPr>
          <p:spPr bwMode="gray">
            <a:xfrm>
              <a:off x="6789592" y="3120528"/>
              <a:ext cx="216024" cy="21602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200" b="1" dirty="0">
                <a:solidFill>
                  <a:schemeClr val="tx1"/>
                </a:solidFill>
              </a:endParaRP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48B8401-5B14-84E9-ED8B-D2A05CF64D5E}"/>
                </a:ext>
              </a:extLst>
            </p:cNvPr>
            <p:cNvCxnSpPr>
              <a:cxnSpLocks/>
              <a:endCxn id="36" idx="0"/>
            </p:cNvCxnSpPr>
            <p:nvPr/>
          </p:nvCxnSpPr>
          <p:spPr bwMode="gray">
            <a:xfrm>
              <a:off x="6897604" y="2969151"/>
              <a:ext cx="0" cy="151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FF42E41-2C6E-2004-DC80-7376C4D2ECC3}"/>
                </a:ext>
              </a:extLst>
            </p:cNvPr>
            <p:cNvCxnSpPr>
              <a:cxnSpLocks/>
              <a:stCxn id="36" idx="3"/>
              <a:endCxn id="40" idx="7"/>
            </p:cNvCxnSpPr>
            <p:nvPr/>
          </p:nvCxnSpPr>
          <p:spPr bwMode="gray">
            <a:xfrm flipH="1">
              <a:off x="6732957" y="3304916"/>
              <a:ext cx="88271" cy="1019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F5FFDDE-F317-F3CB-515B-26E7B3E72B99}"/>
                </a:ext>
              </a:extLst>
            </p:cNvPr>
            <p:cNvCxnSpPr>
              <a:cxnSpLocks/>
              <a:stCxn id="36" idx="5"/>
              <a:endCxn id="43" idx="1"/>
            </p:cNvCxnSpPr>
            <p:nvPr/>
          </p:nvCxnSpPr>
          <p:spPr bwMode="gray">
            <a:xfrm>
              <a:off x="6973980" y="3304916"/>
              <a:ext cx="59788" cy="9567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A3BBC380-42BB-D5DF-7F6A-88182B5BBB82}"/>
                </a:ext>
              </a:extLst>
            </p:cNvPr>
            <p:cNvSpPr/>
            <p:nvPr/>
          </p:nvSpPr>
          <p:spPr bwMode="gray">
            <a:xfrm>
              <a:off x="6548569" y="3375187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E</a:t>
              </a: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FE69CD8-45ED-F171-F8B6-4409546F96E6}"/>
                </a:ext>
              </a:extLst>
            </p:cNvPr>
            <p:cNvCxnSpPr>
              <a:cxnSpLocks/>
              <a:stCxn id="40" idx="3"/>
            </p:cNvCxnSpPr>
            <p:nvPr/>
          </p:nvCxnSpPr>
          <p:spPr bwMode="gray">
            <a:xfrm flipH="1">
              <a:off x="6486896" y="3559575"/>
              <a:ext cx="93309" cy="11649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C12763CF-43C9-8FB4-9AAE-B1BCD033A160}"/>
                </a:ext>
              </a:extLst>
            </p:cNvPr>
            <p:cNvCxnSpPr>
              <a:cxnSpLocks/>
              <a:stCxn id="40" idx="5"/>
            </p:cNvCxnSpPr>
            <p:nvPr/>
          </p:nvCxnSpPr>
          <p:spPr bwMode="gray">
            <a:xfrm>
              <a:off x="6732957" y="3559575"/>
              <a:ext cx="99745" cy="11895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C8D9D262-695D-9E57-D934-867B274335A2}"/>
                </a:ext>
              </a:extLst>
            </p:cNvPr>
            <p:cNvSpPr/>
            <p:nvPr/>
          </p:nvSpPr>
          <p:spPr bwMode="gray">
            <a:xfrm>
              <a:off x="7002132" y="3368956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J</a:t>
              </a:r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5C00646-BB83-8840-F224-56C8EBB8BB25}"/>
                </a:ext>
              </a:extLst>
            </p:cNvPr>
            <p:cNvCxnSpPr>
              <a:cxnSpLocks/>
              <a:stCxn id="43" idx="3"/>
            </p:cNvCxnSpPr>
            <p:nvPr/>
          </p:nvCxnSpPr>
          <p:spPr bwMode="gray">
            <a:xfrm flipH="1">
              <a:off x="6940459" y="3553344"/>
              <a:ext cx="93309" cy="11649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09CE74D5-EE98-A81C-8B79-B08098B5DC30}"/>
                </a:ext>
              </a:extLst>
            </p:cNvPr>
            <p:cNvCxnSpPr>
              <a:cxnSpLocks/>
              <a:stCxn id="43" idx="5"/>
            </p:cNvCxnSpPr>
            <p:nvPr/>
          </p:nvCxnSpPr>
          <p:spPr bwMode="gray">
            <a:xfrm>
              <a:off x="7186520" y="3553344"/>
              <a:ext cx="99745" cy="11895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2777489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A34C9D3-854C-8706-A6BB-47A5770E789E}"/>
              </a:ext>
            </a:extLst>
          </p:cNvPr>
          <p:cNvCxnSpPr>
            <a:cxnSpLocks/>
            <a:stCxn id="20" idx="3"/>
            <a:endCxn id="24" idx="7"/>
          </p:cNvCxnSpPr>
          <p:nvPr/>
        </p:nvCxnSpPr>
        <p:spPr bwMode="gray">
          <a:xfrm flipH="1">
            <a:off x="5476468" y="2198132"/>
            <a:ext cx="351304" cy="10190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C87A24C-3865-DDD9-DE0C-2F0726D79A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6877051" cy="663552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de-DE" dirty="0"/>
              <a:t>Eindeutige Repräsentation von 2-3 Bäume als binäre Suchbäume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Eine </a:t>
            </a:r>
            <a:r>
              <a:rPr lang="de-DE" dirty="0">
                <a:solidFill>
                  <a:srgbClr val="FF0000"/>
                </a:solidFill>
              </a:rPr>
              <a:t>rote</a:t>
            </a:r>
            <a:r>
              <a:rPr lang="de-DE" dirty="0"/>
              <a:t> Kante, die einen 3-Knoten darstellt, </a:t>
            </a:r>
            <a:r>
              <a:rPr lang="de-DE" b="1" dirty="0"/>
              <a:t>muss</a:t>
            </a:r>
            <a:r>
              <a:rPr lang="de-DE" dirty="0"/>
              <a:t> die </a:t>
            </a:r>
            <a:r>
              <a:rPr lang="de-DE" b="1" dirty="0"/>
              <a:t>linke Kante </a:t>
            </a:r>
            <a:r>
              <a:rPr lang="de-DE" dirty="0"/>
              <a:t>sein.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BBB742E-4C30-D09F-7851-3CDEFF5F8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1800" dirty="0"/>
              <a:t>(Links-neigende) Rot-Schwarz Bäume</a:t>
            </a:r>
            <a:r>
              <a:rPr lang="en-US" sz="1800" dirty="0"/>
              <a:t> (</a:t>
            </a:r>
            <a:r>
              <a:rPr lang="en-US" sz="1800" i="1" dirty="0"/>
              <a:t>left-leaning red-black trees</a:t>
            </a:r>
            <a:r>
              <a:rPr lang="en-US" sz="1800" dirty="0"/>
              <a:t>)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C952807-3892-AF50-F3D8-AD2FE0448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23290" y="1131590"/>
            <a:ext cx="834450" cy="1043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FCAB86-4205-B2D7-D831-924EF8B4A5B9}"/>
              </a:ext>
            </a:extLst>
          </p:cNvPr>
          <p:cNvSpPr txBox="1"/>
          <p:nvPr/>
        </p:nvSpPr>
        <p:spPr bwMode="gray">
          <a:xfrm>
            <a:off x="7818079" y="2183473"/>
            <a:ext cx="1044872" cy="34203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800" b="1" dirty="0"/>
              <a:t>Robert Sedgewick</a:t>
            </a:r>
            <a:br>
              <a:rPr lang="en-US" sz="800" b="1" dirty="0"/>
            </a:br>
            <a:r>
              <a:rPr lang="en-US" sz="800" b="1" dirty="0"/>
              <a:t>(1946 – 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835AB7-ECA2-6263-A78D-88F132EBB5C7}"/>
              </a:ext>
            </a:extLst>
          </p:cNvPr>
          <p:cNvSpPr txBox="1"/>
          <p:nvPr/>
        </p:nvSpPr>
        <p:spPr bwMode="gray">
          <a:xfrm>
            <a:off x="7813633" y="3482091"/>
            <a:ext cx="1044872" cy="34203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800" b="1" dirty="0"/>
              <a:t>Leonidas J. </a:t>
            </a:r>
            <a:r>
              <a:rPr lang="en-US" sz="800" b="1" dirty="0" err="1"/>
              <a:t>Guibas</a:t>
            </a:r>
            <a:br>
              <a:rPr lang="en-US" sz="800" b="1" dirty="0"/>
            </a:br>
            <a:endParaRPr lang="en-US" sz="800" b="1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47A1848F-613B-814C-9DDF-8BFFE637C8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43111" y="2571750"/>
            <a:ext cx="78591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rminator 30">
            <a:extLst>
              <a:ext uri="{FF2B5EF4-FFF2-40B4-BE49-F238E27FC236}">
                <a16:creationId xmlns:a16="http://schemas.microsoft.com/office/drawing/2014/main" id="{07C7854A-728E-552A-F338-08AB51C80161}"/>
              </a:ext>
            </a:extLst>
          </p:cNvPr>
          <p:cNvSpPr/>
          <p:nvPr/>
        </p:nvSpPr>
        <p:spPr bwMode="gray">
          <a:xfrm>
            <a:off x="2195736" y="1935204"/>
            <a:ext cx="472186" cy="248269"/>
          </a:xfrm>
          <a:custGeom>
            <a:avLst/>
            <a:gdLst>
              <a:gd name="connsiteX0" fmla="*/ 3475 w 21600"/>
              <a:gd name="connsiteY0" fmla="*/ 0 h 21600"/>
              <a:gd name="connsiteX1" fmla="*/ 18125 w 21600"/>
              <a:gd name="connsiteY1" fmla="*/ 0 h 21600"/>
              <a:gd name="connsiteX2" fmla="*/ 21600 w 21600"/>
              <a:gd name="connsiteY2" fmla="*/ 10800 h 21600"/>
              <a:gd name="connsiteX3" fmla="*/ 18125 w 21600"/>
              <a:gd name="connsiteY3" fmla="*/ 21600 h 21600"/>
              <a:gd name="connsiteX4" fmla="*/ 3475 w 21600"/>
              <a:gd name="connsiteY4" fmla="*/ 21600 h 21600"/>
              <a:gd name="connsiteX5" fmla="*/ 0 w 21600"/>
              <a:gd name="connsiteY5" fmla="*/ 10800 h 21600"/>
              <a:gd name="connsiteX6" fmla="*/ 3475 w 21600"/>
              <a:gd name="connsiteY6" fmla="*/ 0 h 21600"/>
              <a:gd name="connsiteX0" fmla="*/ 3475 w 21600"/>
              <a:gd name="connsiteY0" fmla="*/ 0 h 21600"/>
              <a:gd name="connsiteX1" fmla="*/ 10518 w 21600"/>
              <a:gd name="connsiteY1" fmla="*/ 421 h 21600"/>
              <a:gd name="connsiteX2" fmla="*/ 18125 w 21600"/>
              <a:gd name="connsiteY2" fmla="*/ 0 h 21600"/>
              <a:gd name="connsiteX3" fmla="*/ 21600 w 21600"/>
              <a:gd name="connsiteY3" fmla="*/ 10800 h 21600"/>
              <a:gd name="connsiteX4" fmla="*/ 18125 w 21600"/>
              <a:gd name="connsiteY4" fmla="*/ 21600 h 21600"/>
              <a:gd name="connsiteX5" fmla="*/ 3475 w 21600"/>
              <a:gd name="connsiteY5" fmla="*/ 21600 h 21600"/>
              <a:gd name="connsiteX6" fmla="*/ 0 w 21600"/>
              <a:gd name="connsiteY6" fmla="*/ 10800 h 21600"/>
              <a:gd name="connsiteX7" fmla="*/ 3475 w 21600"/>
              <a:gd name="connsiteY7" fmla="*/ 0 h 21600"/>
              <a:gd name="connsiteX0" fmla="*/ 3475 w 21600"/>
              <a:gd name="connsiteY0" fmla="*/ 214 h 21814"/>
              <a:gd name="connsiteX1" fmla="*/ 11953 w 21600"/>
              <a:gd name="connsiteY1" fmla="*/ 0 h 21814"/>
              <a:gd name="connsiteX2" fmla="*/ 18125 w 21600"/>
              <a:gd name="connsiteY2" fmla="*/ 214 h 21814"/>
              <a:gd name="connsiteX3" fmla="*/ 21600 w 21600"/>
              <a:gd name="connsiteY3" fmla="*/ 11014 h 21814"/>
              <a:gd name="connsiteX4" fmla="*/ 18125 w 21600"/>
              <a:gd name="connsiteY4" fmla="*/ 21814 h 21814"/>
              <a:gd name="connsiteX5" fmla="*/ 3475 w 21600"/>
              <a:gd name="connsiteY5" fmla="*/ 21814 h 21814"/>
              <a:gd name="connsiteX6" fmla="*/ 0 w 21600"/>
              <a:gd name="connsiteY6" fmla="*/ 11014 h 21814"/>
              <a:gd name="connsiteX7" fmla="*/ 3475 w 21600"/>
              <a:gd name="connsiteY7" fmla="*/ 214 h 21814"/>
              <a:gd name="connsiteX0" fmla="*/ 3475 w 21600"/>
              <a:gd name="connsiteY0" fmla="*/ 0 h 21600"/>
              <a:gd name="connsiteX1" fmla="*/ 11355 w 21600"/>
              <a:gd name="connsiteY1" fmla="*/ 103 h 21600"/>
              <a:gd name="connsiteX2" fmla="*/ 18125 w 21600"/>
              <a:gd name="connsiteY2" fmla="*/ 0 h 21600"/>
              <a:gd name="connsiteX3" fmla="*/ 21600 w 21600"/>
              <a:gd name="connsiteY3" fmla="*/ 10800 h 21600"/>
              <a:gd name="connsiteX4" fmla="*/ 18125 w 21600"/>
              <a:gd name="connsiteY4" fmla="*/ 21600 h 21600"/>
              <a:gd name="connsiteX5" fmla="*/ 3475 w 21600"/>
              <a:gd name="connsiteY5" fmla="*/ 21600 h 21600"/>
              <a:gd name="connsiteX6" fmla="*/ 0 w 21600"/>
              <a:gd name="connsiteY6" fmla="*/ 10800 h 21600"/>
              <a:gd name="connsiteX7" fmla="*/ 3475 w 21600"/>
              <a:gd name="connsiteY7" fmla="*/ 0 h 21600"/>
              <a:gd name="connsiteX0" fmla="*/ 3475 w 21600"/>
              <a:gd name="connsiteY0" fmla="*/ 0 h 21600"/>
              <a:gd name="connsiteX1" fmla="*/ 11355 w 21600"/>
              <a:gd name="connsiteY1" fmla="*/ 103 h 21600"/>
              <a:gd name="connsiteX2" fmla="*/ 18125 w 21600"/>
              <a:gd name="connsiteY2" fmla="*/ 0 h 21600"/>
              <a:gd name="connsiteX3" fmla="*/ 21600 w 21600"/>
              <a:gd name="connsiteY3" fmla="*/ 10800 h 21600"/>
              <a:gd name="connsiteX4" fmla="*/ 18125 w 21600"/>
              <a:gd name="connsiteY4" fmla="*/ 21600 h 21600"/>
              <a:gd name="connsiteX5" fmla="*/ 11468 w 21600"/>
              <a:gd name="connsiteY5" fmla="*/ 21545 h 21600"/>
              <a:gd name="connsiteX6" fmla="*/ 3475 w 21600"/>
              <a:gd name="connsiteY6" fmla="*/ 21600 h 21600"/>
              <a:gd name="connsiteX7" fmla="*/ 0 w 21600"/>
              <a:gd name="connsiteY7" fmla="*/ 10800 h 21600"/>
              <a:gd name="connsiteX8" fmla="*/ 3475 w 21600"/>
              <a:gd name="connsiteY8" fmla="*/ 0 h 21600"/>
              <a:gd name="connsiteX0" fmla="*/ 3475 w 21600"/>
              <a:gd name="connsiteY0" fmla="*/ 0 h 21862"/>
              <a:gd name="connsiteX1" fmla="*/ 11355 w 21600"/>
              <a:gd name="connsiteY1" fmla="*/ 103 h 21862"/>
              <a:gd name="connsiteX2" fmla="*/ 18125 w 21600"/>
              <a:gd name="connsiteY2" fmla="*/ 0 h 21862"/>
              <a:gd name="connsiteX3" fmla="*/ 21600 w 21600"/>
              <a:gd name="connsiteY3" fmla="*/ 10800 h 21862"/>
              <a:gd name="connsiteX4" fmla="*/ 18125 w 21600"/>
              <a:gd name="connsiteY4" fmla="*/ 21600 h 21862"/>
              <a:gd name="connsiteX5" fmla="*/ 10153 w 21600"/>
              <a:gd name="connsiteY5" fmla="*/ 21862 h 21862"/>
              <a:gd name="connsiteX6" fmla="*/ 3475 w 21600"/>
              <a:gd name="connsiteY6" fmla="*/ 21600 h 21862"/>
              <a:gd name="connsiteX7" fmla="*/ 0 w 21600"/>
              <a:gd name="connsiteY7" fmla="*/ 10800 h 21862"/>
              <a:gd name="connsiteX8" fmla="*/ 3475 w 21600"/>
              <a:gd name="connsiteY8" fmla="*/ 0 h 21862"/>
              <a:gd name="connsiteX0" fmla="*/ 3475 w 21600"/>
              <a:gd name="connsiteY0" fmla="*/ 0 h 21862"/>
              <a:gd name="connsiteX1" fmla="*/ 11355 w 21600"/>
              <a:gd name="connsiteY1" fmla="*/ 103 h 21862"/>
              <a:gd name="connsiteX2" fmla="*/ 18125 w 21600"/>
              <a:gd name="connsiteY2" fmla="*/ 0 h 21862"/>
              <a:gd name="connsiteX3" fmla="*/ 21600 w 21600"/>
              <a:gd name="connsiteY3" fmla="*/ 10800 h 21862"/>
              <a:gd name="connsiteX4" fmla="*/ 18125 w 21600"/>
              <a:gd name="connsiteY4" fmla="*/ 21600 h 21862"/>
              <a:gd name="connsiteX5" fmla="*/ 10990 w 21600"/>
              <a:gd name="connsiteY5" fmla="*/ 21862 h 21862"/>
              <a:gd name="connsiteX6" fmla="*/ 3475 w 21600"/>
              <a:gd name="connsiteY6" fmla="*/ 21600 h 21862"/>
              <a:gd name="connsiteX7" fmla="*/ 0 w 21600"/>
              <a:gd name="connsiteY7" fmla="*/ 10800 h 21862"/>
              <a:gd name="connsiteX8" fmla="*/ 3475 w 21600"/>
              <a:gd name="connsiteY8" fmla="*/ 0 h 21862"/>
              <a:gd name="connsiteX0" fmla="*/ 3475 w 21600"/>
              <a:gd name="connsiteY0" fmla="*/ 0 h 21862"/>
              <a:gd name="connsiteX1" fmla="*/ 10757 w 21600"/>
              <a:gd name="connsiteY1" fmla="*/ 103 h 21862"/>
              <a:gd name="connsiteX2" fmla="*/ 18125 w 21600"/>
              <a:gd name="connsiteY2" fmla="*/ 0 h 21862"/>
              <a:gd name="connsiteX3" fmla="*/ 21600 w 21600"/>
              <a:gd name="connsiteY3" fmla="*/ 10800 h 21862"/>
              <a:gd name="connsiteX4" fmla="*/ 18125 w 21600"/>
              <a:gd name="connsiteY4" fmla="*/ 21600 h 21862"/>
              <a:gd name="connsiteX5" fmla="*/ 10990 w 21600"/>
              <a:gd name="connsiteY5" fmla="*/ 21862 h 21862"/>
              <a:gd name="connsiteX6" fmla="*/ 3475 w 21600"/>
              <a:gd name="connsiteY6" fmla="*/ 21600 h 21862"/>
              <a:gd name="connsiteX7" fmla="*/ 0 w 21600"/>
              <a:gd name="connsiteY7" fmla="*/ 10800 h 21862"/>
              <a:gd name="connsiteX8" fmla="*/ 3475 w 21600"/>
              <a:gd name="connsiteY8" fmla="*/ 0 h 21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600" h="21862">
                <a:moveTo>
                  <a:pt x="3475" y="0"/>
                </a:moveTo>
                <a:lnTo>
                  <a:pt x="10757" y="103"/>
                </a:lnTo>
                <a:lnTo>
                  <a:pt x="18125" y="0"/>
                </a:lnTo>
                <a:cubicBezTo>
                  <a:pt x="20044" y="0"/>
                  <a:pt x="21600" y="4835"/>
                  <a:pt x="21600" y="10800"/>
                </a:cubicBezTo>
                <a:cubicBezTo>
                  <a:pt x="21600" y="16765"/>
                  <a:pt x="19814" y="19809"/>
                  <a:pt x="18125" y="21600"/>
                </a:cubicBezTo>
                <a:lnTo>
                  <a:pt x="10990" y="21862"/>
                </a:lnTo>
                <a:lnTo>
                  <a:pt x="3475" y="21600"/>
                </a:lnTo>
                <a:cubicBezTo>
                  <a:pt x="1556" y="21600"/>
                  <a:pt x="0" y="16765"/>
                  <a:pt x="0" y="10800"/>
                </a:cubicBezTo>
                <a:cubicBezTo>
                  <a:pt x="0" y="4835"/>
                  <a:pt x="1556" y="0"/>
                  <a:pt x="3475" y="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A B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3B0EAC-2C71-77AC-2682-BBB561CBDF04}"/>
              </a:ext>
            </a:extLst>
          </p:cNvPr>
          <p:cNvCxnSpPr>
            <a:cxnSpLocks/>
            <a:stCxn id="9" idx="5"/>
            <a:endCxn id="14" idx="1"/>
          </p:cNvCxnSpPr>
          <p:nvPr/>
        </p:nvCxnSpPr>
        <p:spPr bwMode="gray">
          <a:xfrm>
            <a:off x="2435982" y="2183473"/>
            <a:ext cx="817" cy="20540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032A32-CF81-DB06-FC84-C95FA846A7E0}"/>
              </a:ext>
            </a:extLst>
          </p:cNvPr>
          <p:cNvCxnSpPr>
            <a:cxnSpLocks/>
            <a:stCxn id="9" idx="4"/>
            <a:endCxn id="15" idx="1"/>
          </p:cNvCxnSpPr>
          <p:nvPr/>
        </p:nvCxnSpPr>
        <p:spPr bwMode="gray">
          <a:xfrm>
            <a:off x="2591957" y="2180498"/>
            <a:ext cx="510285" cy="2065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7CD8B4D-F64E-6125-DBA2-AF802BBD4065}"/>
              </a:ext>
            </a:extLst>
          </p:cNvPr>
          <p:cNvCxnSpPr>
            <a:cxnSpLocks/>
            <a:stCxn id="9" idx="6"/>
            <a:endCxn id="13" idx="1"/>
          </p:cNvCxnSpPr>
          <p:nvPr/>
        </p:nvCxnSpPr>
        <p:spPr bwMode="gray">
          <a:xfrm flipH="1">
            <a:off x="1770639" y="2180498"/>
            <a:ext cx="501062" cy="20657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riangle 13">
            <a:extLst>
              <a:ext uri="{FF2B5EF4-FFF2-40B4-BE49-F238E27FC236}">
                <a16:creationId xmlns:a16="http://schemas.microsoft.com/office/drawing/2014/main" id="{8E5B7866-2FA7-340E-396E-8C656036BD2D}"/>
              </a:ext>
            </a:extLst>
          </p:cNvPr>
          <p:cNvSpPr/>
          <p:nvPr/>
        </p:nvSpPr>
        <p:spPr bwMode="gray">
          <a:xfrm>
            <a:off x="1475656" y="2387075"/>
            <a:ext cx="588331" cy="542913"/>
          </a:xfrm>
          <a:custGeom>
            <a:avLst/>
            <a:gdLst>
              <a:gd name="connsiteX0" fmla="*/ 0 w 936104"/>
              <a:gd name="connsiteY0" fmla="*/ 1584176 h 1584176"/>
              <a:gd name="connsiteX1" fmla="*/ 468052 w 936104"/>
              <a:gd name="connsiteY1" fmla="*/ 0 h 1584176"/>
              <a:gd name="connsiteX2" fmla="*/ 936104 w 936104"/>
              <a:gd name="connsiteY2" fmla="*/ 1584176 h 1584176"/>
              <a:gd name="connsiteX3" fmla="*/ 0 w 936104"/>
              <a:gd name="connsiteY3" fmla="*/ 1584176 h 1584176"/>
              <a:gd name="connsiteX0" fmla="*/ 10201 w 956506"/>
              <a:gd name="connsiteY0" fmla="*/ 1584176 h 1584176"/>
              <a:gd name="connsiteX1" fmla="*/ 478253 w 956506"/>
              <a:gd name="connsiteY1" fmla="*/ 0 h 1584176"/>
              <a:gd name="connsiteX2" fmla="*/ 946305 w 956506"/>
              <a:gd name="connsiteY2" fmla="*/ 1584176 h 1584176"/>
              <a:gd name="connsiteX3" fmla="*/ 10201 w 956506"/>
              <a:gd name="connsiteY3" fmla="*/ 1584176 h 1584176"/>
              <a:gd name="connsiteX0" fmla="*/ 10201 w 956506"/>
              <a:gd name="connsiteY0" fmla="*/ 1584176 h 1717174"/>
              <a:gd name="connsiteX1" fmla="*/ 478253 w 956506"/>
              <a:gd name="connsiteY1" fmla="*/ 0 h 1717174"/>
              <a:gd name="connsiteX2" fmla="*/ 946305 w 956506"/>
              <a:gd name="connsiteY2" fmla="*/ 1584176 h 1717174"/>
              <a:gd name="connsiteX3" fmla="*/ 10201 w 956506"/>
              <a:gd name="connsiteY3" fmla="*/ 1584176 h 1717174"/>
              <a:gd name="connsiteX0" fmla="*/ 10201 w 1018722"/>
              <a:gd name="connsiteY0" fmla="*/ 1584176 h 1717174"/>
              <a:gd name="connsiteX1" fmla="*/ 478253 w 1018722"/>
              <a:gd name="connsiteY1" fmla="*/ 0 h 1717174"/>
              <a:gd name="connsiteX2" fmla="*/ 946305 w 1018722"/>
              <a:gd name="connsiteY2" fmla="*/ 1584176 h 1717174"/>
              <a:gd name="connsiteX3" fmla="*/ 10201 w 1018722"/>
              <a:gd name="connsiteY3" fmla="*/ 1584176 h 1717174"/>
              <a:gd name="connsiteX0" fmla="*/ 10201 w 959015"/>
              <a:gd name="connsiteY0" fmla="*/ 1584176 h 1793983"/>
              <a:gd name="connsiteX1" fmla="*/ 478253 w 959015"/>
              <a:gd name="connsiteY1" fmla="*/ 0 h 1793983"/>
              <a:gd name="connsiteX2" fmla="*/ 946305 w 959015"/>
              <a:gd name="connsiteY2" fmla="*/ 1584176 h 1793983"/>
              <a:gd name="connsiteX3" fmla="*/ 10201 w 959015"/>
              <a:gd name="connsiteY3" fmla="*/ 1584176 h 1793983"/>
              <a:gd name="connsiteX0" fmla="*/ 10201 w 958573"/>
              <a:gd name="connsiteY0" fmla="*/ 1584176 h 1755253"/>
              <a:gd name="connsiteX1" fmla="*/ 478253 w 958573"/>
              <a:gd name="connsiteY1" fmla="*/ 0 h 1755253"/>
              <a:gd name="connsiteX2" fmla="*/ 946305 w 958573"/>
              <a:gd name="connsiteY2" fmla="*/ 1584176 h 1755253"/>
              <a:gd name="connsiteX3" fmla="*/ 10201 w 958573"/>
              <a:gd name="connsiteY3" fmla="*/ 1584176 h 1755253"/>
              <a:gd name="connsiteX0" fmla="*/ 24204 w 972576"/>
              <a:gd name="connsiteY0" fmla="*/ 1584176 h 1718293"/>
              <a:gd name="connsiteX1" fmla="*/ 492256 w 972576"/>
              <a:gd name="connsiteY1" fmla="*/ 0 h 1718293"/>
              <a:gd name="connsiteX2" fmla="*/ 960308 w 972576"/>
              <a:gd name="connsiteY2" fmla="*/ 1584176 h 1718293"/>
              <a:gd name="connsiteX3" fmla="*/ 24204 w 972576"/>
              <a:gd name="connsiteY3" fmla="*/ 1584176 h 1718293"/>
              <a:gd name="connsiteX0" fmla="*/ 10375 w 958747"/>
              <a:gd name="connsiteY0" fmla="*/ 1584176 h 1715454"/>
              <a:gd name="connsiteX1" fmla="*/ 478427 w 958747"/>
              <a:gd name="connsiteY1" fmla="*/ 0 h 1715454"/>
              <a:gd name="connsiteX2" fmla="*/ 946479 w 958747"/>
              <a:gd name="connsiteY2" fmla="*/ 1584176 h 1715454"/>
              <a:gd name="connsiteX3" fmla="*/ 10375 w 958747"/>
              <a:gd name="connsiteY3" fmla="*/ 1584176 h 1715454"/>
              <a:gd name="connsiteX0" fmla="*/ 14946 w 963318"/>
              <a:gd name="connsiteY0" fmla="*/ 1584176 h 1681539"/>
              <a:gd name="connsiteX1" fmla="*/ 482998 w 963318"/>
              <a:gd name="connsiteY1" fmla="*/ 0 h 1681539"/>
              <a:gd name="connsiteX2" fmla="*/ 951050 w 963318"/>
              <a:gd name="connsiteY2" fmla="*/ 1584176 h 1681539"/>
              <a:gd name="connsiteX3" fmla="*/ 14946 w 963318"/>
              <a:gd name="connsiteY3" fmla="*/ 1584176 h 1681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3318" h="1681539">
                <a:moveTo>
                  <a:pt x="14946" y="1584176"/>
                </a:moveTo>
                <a:cubicBezTo>
                  <a:pt x="-83043" y="1472267"/>
                  <a:pt x="326981" y="0"/>
                  <a:pt x="482998" y="0"/>
                </a:cubicBezTo>
                <a:cubicBezTo>
                  <a:pt x="639015" y="0"/>
                  <a:pt x="1038072" y="1449789"/>
                  <a:pt x="951050" y="1584176"/>
                </a:cubicBezTo>
                <a:cubicBezTo>
                  <a:pt x="857722" y="1728302"/>
                  <a:pt x="115358" y="1698853"/>
                  <a:pt x="14946" y="1584176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700" i="1" dirty="0">
                <a:solidFill>
                  <a:schemeClr val="bg1"/>
                </a:solidFill>
              </a:rPr>
              <a:t>kleiner als </a:t>
            </a:r>
            <a:r>
              <a:rPr lang="de-DE" sz="7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4" name="Triangle 13">
            <a:extLst>
              <a:ext uri="{FF2B5EF4-FFF2-40B4-BE49-F238E27FC236}">
                <a16:creationId xmlns:a16="http://schemas.microsoft.com/office/drawing/2014/main" id="{D8DEA986-6250-1F7D-8D46-2D21AAD563C3}"/>
              </a:ext>
            </a:extLst>
          </p:cNvPr>
          <p:cNvSpPr/>
          <p:nvPr/>
        </p:nvSpPr>
        <p:spPr bwMode="gray">
          <a:xfrm>
            <a:off x="2141816" y="2388877"/>
            <a:ext cx="588331" cy="542913"/>
          </a:xfrm>
          <a:custGeom>
            <a:avLst/>
            <a:gdLst>
              <a:gd name="connsiteX0" fmla="*/ 0 w 936104"/>
              <a:gd name="connsiteY0" fmla="*/ 1584176 h 1584176"/>
              <a:gd name="connsiteX1" fmla="*/ 468052 w 936104"/>
              <a:gd name="connsiteY1" fmla="*/ 0 h 1584176"/>
              <a:gd name="connsiteX2" fmla="*/ 936104 w 936104"/>
              <a:gd name="connsiteY2" fmla="*/ 1584176 h 1584176"/>
              <a:gd name="connsiteX3" fmla="*/ 0 w 936104"/>
              <a:gd name="connsiteY3" fmla="*/ 1584176 h 1584176"/>
              <a:gd name="connsiteX0" fmla="*/ 10201 w 956506"/>
              <a:gd name="connsiteY0" fmla="*/ 1584176 h 1584176"/>
              <a:gd name="connsiteX1" fmla="*/ 478253 w 956506"/>
              <a:gd name="connsiteY1" fmla="*/ 0 h 1584176"/>
              <a:gd name="connsiteX2" fmla="*/ 946305 w 956506"/>
              <a:gd name="connsiteY2" fmla="*/ 1584176 h 1584176"/>
              <a:gd name="connsiteX3" fmla="*/ 10201 w 956506"/>
              <a:gd name="connsiteY3" fmla="*/ 1584176 h 1584176"/>
              <a:gd name="connsiteX0" fmla="*/ 10201 w 956506"/>
              <a:gd name="connsiteY0" fmla="*/ 1584176 h 1717174"/>
              <a:gd name="connsiteX1" fmla="*/ 478253 w 956506"/>
              <a:gd name="connsiteY1" fmla="*/ 0 h 1717174"/>
              <a:gd name="connsiteX2" fmla="*/ 946305 w 956506"/>
              <a:gd name="connsiteY2" fmla="*/ 1584176 h 1717174"/>
              <a:gd name="connsiteX3" fmla="*/ 10201 w 956506"/>
              <a:gd name="connsiteY3" fmla="*/ 1584176 h 1717174"/>
              <a:gd name="connsiteX0" fmla="*/ 10201 w 1018722"/>
              <a:gd name="connsiteY0" fmla="*/ 1584176 h 1717174"/>
              <a:gd name="connsiteX1" fmla="*/ 478253 w 1018722"/>
              <a:gd name="connsiteY1" fmla="*/ 0 h 1717174"/>
              <a:gd name="connsiteX2" fmla="*/ 946305 w 1018722"/>
              <a:gd name="connsiteY2" fmla="*/ 1584176 h 1717174"/>
              <a:gd name="connsiteX3" fmla="*/ 10201 w 1018722"/>
              <a:gd name="connsiteY3" fmla="*/ 1584176 h 1717174"/>
              <a:gd name="connsiteX0" fmla="*/ 10201 w 959015"/>
              <a:gd name="connsiteY0" fmla="*/ 1584176 h 1793983"/>
              <a:gd name="connsiteX1" fmla="*/ 478253 w 959015"/>
              <a:gd name="connsiteY1" fmla="*/ 0 h 1793983"/>
              <a:gd name="connsiteX2" fmla="*/ 946305 w 959015"/>
              <a:gd name="connsiteY2" fmla="*/ 1584176 h 1793983"/>
              <a:gd name="connsiteX3" fmla="*/ 10201 w 959015"/>
              <a:gd name="connsiteY3" fmla="*/ 1584176 h 1793983"/>
              <a:gd name="connsiteX0" fmla="*/ 10201 w 958573"/>
              <a:gd name="connsiteY0" fmla="*/ 1584176 h 1755253"/>
              <a:gd name="connsiteX1" fmla="*/ 478253 w 958573"/>
              <a:gd name="connsiteY1" fmla="*/ 0 h 1755253"/>
              <a:gd name="connsiteX2" fmla="*/ 946305 w 958573"/>
              <a:gd name="connsiteY2" fmla="*/ 1584176 h 1755253"/>
              <a:gd name="connsiteX3" fmla="*/ 10201 w 958573"/>
              <a:gd name="connsiteY3" fmla="*/ 1584176 h 1755253"/>
              <a:gd name="connsiteX0" fmla="*/ 24204 w 972576"/>
              <a:gd name="connsiteY0" fmla="*/ 1584176 h 1718293"/>
              <a:gd name="connsiteX1" fmla="*/ 492256 w 972576"/>
              <a:gd name="connsiteY1" fmla="*/ 0 h 1718293"/>
              <a:gd name="connsiteX2" fmla="*/ 960308 w 972576"/>
              <a:gd name="connsiteY2" fmla="*/ 1584176 h 1718293"/>
              <a:gd name="connsiteX3" fmla="*/ 24204 w 972576"/>
              <a:gd name="connsiteY3" fmla="*/ 1584176 h 1718293"/>
              <a:gd name="connsiteX0" fmla="*/ 10375 w 958747"/>
              <a:gd name="connsiteY0" fmla="*/ 1584176 h 1715454"/>
              <a:gd name="connsiteX1" fmla="*/ 478427 w 958747"/>
              <a:gd name="connsiteY1" fmla="*/ 0 h 1715454"/>
              <a:gd name="connsiteX2" fmla="*/ 946479 w 958747"/>
              <a:gd name="connsiteY2" fmla="*/ 1584176 h 1715454"/>
              <a:gd name="connsiteX3" fmla="*/ 10375 w 958747"/>
              <a:gd name="connsiteY3" fmla="*/ 1584176 h 1715454"/>
              <a:gd name="connsiteX0" fmla="*/ 14946 w 963318"/>
              <a:gd name="connsiteY0" fmla="*/ 1584176 h 1681539"/>
              <a:gd name="connsiteX1" fmla="*/ 482998 w 963318"/>
              <a:gd name="connsiteY1" fmla="*/ 0 h 1681539"/>
              <a:gd name="connsiteX2" fmla="*/ 951050 w 963318"/>
              <a:gd name="connsiteY2" fmla="*/ 1584176 h 1681539"/>
              <a:gd name="connsiteX3" fmla="*/ 14946 w 963318"/>
              <a:gd name="connsiteY3" fmla="*/ 1584176 h 1681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3318" h="1681539">
                <a:moveTo>
                  <a:pt x="14946" y="1584176"/>
                </a:moveTo>
                <a:cubicBezTo>
                  <a:pt x="-83043" y="1472267"/>
                  <a:pt x="326981" y="0"/>
                  <a:pt x="482998" y="0"/>
                </a:cubicBezTo>
                <a:cubicBezTo>
                  <a:pt x="639015" y="0"/>
                  <a:pt x="1038072" y="1449789"/>
                  <a:pt x="951050" y="1584176"/>
                </a:cubicBezTo>
                <a:cubicBezTo>
                  <a:pt x="857722" y="1728302"/>
                  <a:pt x="115358" y="1698853"/>
                  <a:pt x="14946" y="1584176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700" i="1" dirty="0">
                <a:solidFill>
                  <a:schemeClr val="bg1"/>
                </a:solidFill>
              </a:rPr>
              <a:t>zwischen </a:t>
            </a:r>
            <a:r>
              <a:rPr lang="de-DE" sz="700" b="1" dirty="0">
                <a:solidFill>
                  <a:schemeClr val="bg1"/>
                </a:solidFill>
              </a:rPr>
              <a:t>A</a:t>
            </a:r>
            <a:r>
              <a:rPr lang="de-DE" sz="700" dirty="0">
                <a:solidFill>
                  <a:schemeClr val="bg1"/>
                </a:solidFill>
              </a:rPr>
              <a:t> </a:t>
            </a:r>
            <a:r>
              <a:rPr lang="de-DE" sz="700" i="1" dirty="0">
                <a:solidFill>
                  <a:schemeClr val="bg1"/>
                </a:solidFill>
              </a:rPr>
              <a:t>und</a:t>
            </a:r>
            <a:r>
              <a:rPr lang="de-DE" sz="700" dirty="0">
                <a:solidFill>
                  <a:schemeClr val="bg1"/>
                </a:solidFill>
              </a:rPr>
              <a:t> </a:t>
            </a:r>
            <a:r>
              <a:rPr lang="de-DE" sz="7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5" name="Triangle 13">
            <a:extLst>
              <a:ext uri="{FF2B5EF4-FFF2-40B4-BE49-F238E27FC236}">
                <a16:creationId xmlns:a16="http://schemas.microsoft.com/office/drawing/2014/main" id="{84742789-D37B-0F86-246B-D13D74F3210A}"/>
              </a:ext>
            </a:extLst>
          </p:cNvPr>
          <p:cNvSpPr/>
          <p:nvPr/>
        </p:nvSpPr>
        <p:spPr bwMode="gray">
          <a:xfrm>
            <a:off x="2807259" y="2387075"/>
            <a:ext cx="588331" cy="542913"/>
          </a:xfrm>
          <a:custGeom>
            <a:avLst/>
            <a:gdLst>
              <a:gd name="connsiteX0" fmla="*/ 0 w 936104"/>
              <a:gd name="connsiteY0" fmla="*/ 1584176 h 1584176"/>
              <a:gd name="connsiteX1" fmla="*/ 468052 w 936104"/>
              <a:gd name="connsiteY1" fmla="*/ 0 h 1584176"/>
              <a:gd name="connsiteX2" fmla="*/ 936104 w 936104"/>
              <a:gd name="connsiteY2" fmla="*/ 1584176 h 1584176"/>
              <a:gd name="connsiteX3" fmla="*/ 0 w 936104"/>
              <a:gd name="connsiteY3" fmla="*/ 1584176 h 1584176"/>
              <a:gd name="connsiteX0" fmla="*/ 10201 w 956506"/>
              <a:gd name="connsiteY0" fmla="*/ 1584176 h 1584176"/>
              <a:gd name="connsiteX1" fmla="*/ 478253 w 956506"/>
              <a:gd name="connsiteY1" fmla="*/ 0 h 1584176"/>
              <a:gd name="connsiteX2" fmla="*/ 946305 w 956506"/>
              <a:gd name="connsiteY2" fmla="*/ 1584176 h 1584176"/>
              <a:gd name="connsiteX3" fmla="*/ 10201 w 956506"/>
              <a:gd name="connsiteY3" fmla="*/ 1584176 h 1584176"/>
              <a:gd name="connsiteX0" fmla="*/ 10201 w 956506"/>
              <a:gd name="connsiteY0" fmla="*/ 1584176 h 1717174"/>
              <a:gd name="connsiteX1" fmla="*/ 478253 w 956506"/>
              <a:gd name="connsiteY1" fmla="*/ 0 h 1717174"/>
              <a:gd name="connsiteX2" fmla="*/ 946305 w 956506"/>
              <a:gd name="connsiteY2" fmla="*/ 1584176 h 1717174"/>
              <a:gd name="connsiteX3" fmla="*/ 10201 w 956506"/>
              <a:gd name="connsiteY3" fmla="*/ 1584176 h 1717174"/>
              <a:gd name="connsiteX0" fmla="*/ 10201 w 1018722"/>
              <a:gd name="connsiteY0" fmla="*/ 1584176 h 1717174"/>
              <a:gd name="connsiteX1" fmla="*/ 478253 w 1018722"/>
              <a:gd name="connsiteY1" fmla="*/ 0 h 1717174"/>
              <a:gd name="connsiteX2" fmla="*/ 946305 w 1018722"/>
              <a:gd name="connsiteY2" fmla="*/ 1584176 h 1717174"/>
              <a:gd name="connsiteX3" fmla="*/ 10201 w 1018722"/>
              <a:gd name="connsiteY3" fmla="*/ 1584176 h 1717174"/>
              <a:gd name="connsiteX0" fmla="*/ 10201 w 959015"/>
              <a:gd name="connsiteY0" fmla="*/ 1584176 h 1793983"/>
              <a:gd name="connsiteX1" fmla="*/ 478253 w 959015"/>
              <a:gd name="connsiteY1" fmla="*/ 0 h 1793983"/>
              <a:gd name="connsiteX2" fmla="*/ 946305 w 959015"/>
              <a:gd name="connsiteY2" fmla="*/ 1584176 h 1793983"/>
              <a:gd name="connsiteX3" fmla="*/ 10201 w 959015"/>
              <a:gd name="connsiteY3" fmla="*/ 1584176 h 1793983"/>
              <a:gd name="connsiteX0" fmla="*/ 10201 w 958573"/>
              <a:gd name="connsiteY0" fmla="*/ 1584176 h 1755253"/>
              <a:gd name="connsiteX1" fmla="*/ 478253 w 958573"/>
              <a:gd name="connsiteY1" fmla="*/ 0 h 1755253"/>
              <a:gd name="connsiteX2" fmla="*/ 946305 w 958573"/>
              <a:gd name="connsiteY2" fmla="*/ 1584176 h 1755253"/>
              <a:gd name="connsiteX3" fmla="*/ 10201 w 958573"/>
              <a:gd name="connsiteY3" fmla="*/ 1584176 h 1755253"/>
              <a:gd name="connsiteX0" fmla="*/ 24204 w 972576"/>
              <a:gd name="connsiteY0" fmla="*/ 1584176 h 1718293"/>
              <a:gd name="connsiteX1" fmla="*/ 492256 w 972576"/>
              <a:gd name="connsiteY1" fmla="*/ 0 h 1718293"/>
              <a:gd name="connsiteX2" fmla="*/ 960308 w 972576"/>
              <a:gd name="connsiteY2" fmla="*/ 1584176 h 1718293"/>
              <a:gd name="connsiteX3" fmla="*/ 24204 w 972576"/>
              <a:gd name="connsiteY3" fmla="*/ 1584176 h 1718293"/>
              <a:gd name="connsiteX0" fmla="*/ 10375 w 958747"/>
              <a:gd name="connsiteY0" fmla="*/ 1584176 h 1715454"/>
              <a:gd name="connsiteX1" fmla="*/ 478427 w 958747"/>
              <a:gd name="connsiteY1" fmla="*/ 0 h 1715454"/>
              <a:gd name="connsiteX2" fmla="*/ 946479 w 958747"/>
              <a:gd name="connsiteY2" fmla="*/ 1584176 h 1715454"/>
              <a:gd name="connsiteX3" fmla="*/ 10375 w 958747"/>
              <a:gd name="connsiteY3" fmla="*/ 1584176 h 1715454"/>
              <a:gd name="connsiteX0" fmla="*/ 14946 w 963318"/>
              <a:gd name="connsiteY0" fmla="*/ 1584176 h 1681539"/>
              <a:gd name="connsiteX1" fmla="*/ 482998 w 963318"/>
              <a:gd name="connsiteY1" fmla="*/ 0 h 1681539"/>
              <a:gd name="connsiteX2" fmla="*/ 951050 w 963318"/>
              <a:gd name="connsiteY2" fmla="*/ 1584176 h 1681539"/>
              <a:gd name="connsiteX3" fmla="*/ 14946 w 963318"/>
              <a:gd name="connsiteY3" fmla="*/ 1584176 h 1681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3318" h="1681539">
                <a:moveTo>
                  <a:pt x="14946" y="1584176"/>
                </a:moveTo>
                <a:cubicBezTo>
                  <a:pt x="-83043" y="1472267"/>
                  <a:pt x="326981" y="0"/>
                  <a:pt x="482998" y="0"/>
                </a:cubicBezTo>
                <a:cubicBezTo>
                  <a:pt x="639015" y="0"/>
                  <a:pt x="1038072" y="1449789"/>
                  <a:pt x="951050" y="1584176"/>
                </a:cubicBezTo>
                <a:cubicBezTo>
                  <a:pt x="857722" y="1728302"/>
                  <a:pt x="115358" y="1698853"/>
                  <a:pt x="14946" y="1584176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700" i="1" dirty="0">
                <a:solidFill>
                  <a:schemeClr val="bg1"/>
                </a:solidFill>
              </a:rPr>
              <a:t>größer als </a:t>
            </a:r>
            <a:r>
              <a:rPr lang="de-DE" sz="7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80BA0D1-D14B-D252-EB43-C2C0D875AF89}"/>
              </a:ext>
            </a:extLst>
          </p:cNvPr>
          <p:cNvSpPr/>
          <p:nvPr/>
        </p:nvSpPr>
        <p:spPr bwMode="gray">
          <a:xfrm>
            <a:off x="5796136" y="201374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3F0B6F5-207B-FDB7-A4C8-82569640AB93}"/>
              </a:ext>
            </a:extLst>
          </p:cNvPr>
          <p:cNvCxnSpPr>
            <a:cxnSpLocks/>
            <a:stCxn id="20" idx="5"/>
            <a:endCxn id="29" idx="1"/>
          </p:cNvCxnSpPr>
          <p:nvPr/>
        </p:nvCxnSpPr>
        <p:spPr bwMode="gray">
          <a:xfrm>
            <a:off x="5980524" y="2198132"/>
            <a:ext cx="391162" cy="1575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D1BC14F5-BD5A-013B-13B1-A7A43BFAC608}"/>
              </a:ext>
            </a:extLst>
          </p:cNvPr>
          <p:cNvSpPr/>
          <p:nvPr/>
        </p:nvSpPr>
        <p:spPr bwMode="gray">
          <a:xfrm>
            <a:off x="5292080" y="226840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CBFE2C2-62D3-76A3-E239-EB9151FF552D}"/>
              </a:ext>
            </a:extLst>
          </p:cNvPr>
          <p:cNvCxnSpPr>
            <a:cxnSpLocks/>
            <a:stCxn id="24" idx="3"/>
            <a:endCxn id="27" idx="1"/>
          </p:cNvCxnSpPr>
          <p:nvPr/>
        </p:nvCxnSpPr>
        <p:spPr bwMode="gray">
          <a:xfrm flipH="1">
            <a:off x="5052741" y="2452791"/>
            <a:ext cx="270975" cy="1081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37F7524-29D2-A44F-D87A-79EA47B2BD3E}"/>
              </a:ext>
            </a:extLst>
          </p:cNvPr>
          <p:cNvCxnSpPr>
            <a:cxnSpLocks/>
            <a:stCxn id="24" idx="5"/>
            <a:endCxn id="28" idx="1"/>
          </p:cNvCxnSpPr>
          <p:nvPr/>
        </p:nvCxnSpPr>
        <p:spPr bwMode="gray">
          <a:xfrm>
            <a:off x="5476468" y="2452791"/>
            <a:ext cx="236098" cy="10600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riangle 13">
            <a:extLst>
              <a:ext uri="{FF2B5EF4-FFF2-40B4-BE49-F238E27FC236}">
                <a16:creationId xmlns:a16="http://schemas.microsoft.com/office/drawing/2014/main" id="{D0ACCB50-A79F-8E43-6843-CA6F495DD8E0}"/>
              </a:ext>
            </a:extLst>
          </p:cNvPr>
          <p:cNvSpPr/>
          <p:nvPr/>
        </p:nvSpPr>
        <p:spPr bwMode="gray">
          <a:xfrm>
            <a:off x="4757758" y="2560924"/>
            <a:ext cx="588331" cy="542913"/>
          </a:xfrm>
          <a:custGeom>
            <a:avLst/>
            <a:gdLst>
              <a:gd name="connsiteX0" fmla="*/ 0 w 936104"/>
              <a:gd name="connsiteY0" fmla="*/ 1584176 h 1584176"/>
              <a:gd name="connsiteX1" fmla="*/ 468052 w 936104"/>
              <a:gd name="connsiteY1" fmla="*/ 0 h 1584176"/>
              <a:gd name="connsiteX2" fmla="*/ 936104 w 936104"/>
              <a:gd name="connsiteY2" fmla="*/ 1584176 h 1584176"/>
              <a:gd name="connsiteX3" fmla="*/ 0 w 936104"/>
              <a:gd name="connsiteY3" fmla="*/ 1584176 h 1584176"/>
              <a:gd name="connsiteX0" fmla="*/ 10201 w 956506"/>
              <a:gd name="connsiteY0" fmla="*/ 1584176 h 1584176"/>
              <a:gd name="connsiteX1" fmla="*/ 478253 w 956506"/>
              <a:gd name="connsiteY1" fmla="*/ 0 h 1584176"/>
              <a:gd name="connsiteX2" fmla="*/ 946305 w 956506"/>
              <a:gd name="connsiteY2" fmla="*/ 1584176 h 1584176"/>
              <a:gd name="connsiteX3" fmla="*/ 10201 w 956506"/>
              <a:gd name="connsiteY3" fmla="*/ 1584176 h 1584176"/>
              <a:gd name="connsiteX0" fmla="*/ 10201 w 956506"/>
              <a:gd name="connsiteY0" fmla="*/ 1584176 h 1717174"/>
              <a:gd name="connsiteX1" fmla="*/ 478253 w 956506"/>
              <a:gd name="connsiteY1" fmla="*/ 0 h 1717174"/>
              <a:gd name="connsiteX2" fmla="*/ 946305 w 956506"/>
              <a:gd name="connsiteY2" fmla="*/ 1584176 h 1717174"/>
              <a:gd name="connsiteX3" fmla="*/ 10201 w 956506"/>
              <a:gd name="connsiteY3" fmla="*/ 1584176 h 1717174"/>
              <a:gd name="connsiteX0" fmla="*/ 10201 w 1018722"/>
              <a:gd name="connsiteY0" fmla="*/ 1584176 h 1717174"/>
              <a:gd name="connsiteX1" fmla="*/ 478253 w 1018722"/>
              <a:gd name="connsiteY1" fmla="*/ 0 h 1717174"/>
              <a:gd name="connsiteX2" fmla="*/ 946305 w 1018722"/>
              <a:gd name="connsiteY2" fmla="*/ 1584176 h 1717174"/>
              <a:gd name="connsiteX3" fmla="*/ 10201 w 1018722"/>
              <a:gd name="connsiteY3" fmla="*/ 1584176 h 1717174"/>
              <a:gd name="connsiteX0" fmla="*/ 10201 w 959015"/>
              <a:gd name="connsiteY0" fmla="*/ 1584176 h 1793983"/>
              <a:gd name="connsiteX1" fmla="*/ 478253 w 959015"/>
              <a:gd name="connsiteY1" fmla="*/ 0 h 1793983"/>
              <a:gd name="connsiteX2" fmla="*/ 946305 w 959015"/>
              <a:gd name="connsiteY2" fmla="*/ 1584176 h 1793983"/>
              <a:gd name="connsiteX3" fmla="*/ 10201 w 959015"/>
              <a:gd name="connsiteY3" fmla="*/ 1584176 h 1793983"/>
              <a:gd name="connsiteX0" fmla="*/ 10201 w 958573"/>
              <a:gd name="connsiteY0" fmla="*/ 1584176 h 1755253"/>
              <a:gd name="connsiteX1" fmla="*/ 478253 w 958573"/>
              <a:gd name="connsiteY1" fmla="*/ 0 h 1755253"/>
              <a:gd name="connsiteX2" fmla="*/ 946305 w 958573"/>
              <a:gd name="connsiteY2" fmla="*/ 1584176 h 1755253"/>
              <a:gd name="connsiteX3" fmla="*/ 10201 w 958573"/>
              <a:gd name="connsiteY3" fmla="*/ 1584176 h 1755253"/>
              <a:gd name="connsiteX0" fmla="*/ 24204 w 972576"/>
              <a:gd name="connsiteY0" fmla="*/ 1584176 h 1718293"/>
              <a:gd name="connsiteX1" fmla="*/ 492256 w 972576"/>
              <a:gd name="connsiteY1" fmla="*/ 0 h 1718293"/>
              <a:gd name="connsiteX2" fmla="*/ 960308 w 972576"/>
              <a:gd name="connsiteY2" fmla="*/ 1584176 h 1718293"/>
              <a:gd name="connsiteX3" fmla="*/ 24204 w 972576"/>
              <a:gd name="connsiteY3" fmla="*/ 1584176 h 1718293"/>
              <a:gd name="connsiteX0" fmla="*/ 10375 w 958747"/>
              <a:gd name="connsiteY0" fmla="*/ 1584176 h 1715454"/>
              <a:gd name="connsiteX1" fmla="*/ 478427 w 958747"/>
              <a:gd name="connsiteY1" fmla="*/ 0 h 1715454"/>
              <a:gd name="connsiteX2" fmla="*/ 946479 w 958747"/>
              <a:gd name="connsiteY2" fmla="*/ 1584176 h 1715454"/>
              <a:gd name="connsiteX3" fmla="*/ 10375 w 958747"/>
              <a:gd name="connsiteY3" fmla="*/ 1584176 h 1715454"/>
              <a:gd name="connsiteX0" fmla="*/ 14946 w 963318"/>
              <a:gd name="connsiteY0" fmla="*/ 1584176 h 1681539"/>
              <a:gd name="connsiteX1" fmla="*/ 482998 w 963318"/>
              <a:gd name="connsiteY1" fmla="*/ 0 h 1681539"/>
              <a:gd name="connsiteX2" fmla="*/ 951050 w 963318"/>
              <a:gd name="connsiteY2" fmla="*/ 1584176 h 1681539"/>
              <a:gd name="connsiteX3" fmla="*/ 14946 w 963318"/>
              <a:gd name="connsiteY3" fmla="*/ 1584176 h 1681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3318" h="1681539">
                <a:moveTo>
                  <a:pt x="14946" y="1584176"/>
                </a:moveTo>
                <a:cubicBezTo>
                  <a:pt x="-83043" y="1472267"/>
                  <a:pt x="326981" y="0"/>
                  <a:pt x="482998" y="0"/>
                </a:cubicBezTo>
                <a:cubicBezTo>
                  <a:pt x="639015" y="0"/>
                  <a:pt x="1038072" y="1449789"/>
                  <a:pt x="951050" y="1584176"/>
                </a:cubicBezTo>
                <a:cubicBezTo>
                  <a:pt x="857722" y="1728302"/>
                  <a:pt x="115358" y="1698853"/>
                  <a:pt x="14946" y="1584176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700" i="1" dirty="0">
                <a:solidFill>
                  <a:schemeClr val="bg1"/>
                </a:solidFill>
              </a:rPr>
              <a:t>kleiner als </a:t>
            </a:r>
            <a:r>
              <a:rPr lang="de-DE" sz="7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28" name="Triangle 13">
            <a:extLst>
              <a:ext uri="{FF2B5EF4-FFF2-40B4-BE49-F238E27FC236}">
                <a16:creationId xmlns:a16="http://schemas.microsoft.com/office/drawing/2014/main" id="{31C5477C-1B0C-09F0-6C17-1BEABC2335AE}"/>
              </a:ext>
            </a:extLst>
          </p:cNvPr>
          <p:cNvSpPr/>
          <p:nvPr/>
        </p:nvSpPr>
        <p:spPr bwMode="gray">
          <a:xfrm>
            <a:off x="5417583" y="2558794"/>
            <a:ext cx="588331" cy="542913"/>
          </a:xfrm>
          <a:custGeom>
            <a:avLst/>
            <a:gdLst>
              <a:gd name="connsiteX0" fmla="*/ 0 w 936104"/>
              <a:gd name="connsiteY0" fmla="*/ 1584176 h 1584176"/>
              <a:gd name="connsiteX1" fmla="*/ 468052 w 936104"/>
              <a:gd name="connsiteY1" fmla="*/ 0 h 1584176"/>
              <a:gd name="connsiteX2" fmla="*/ 936104 w 936104"/>
              <a:gd name="connsiteY2" fmla="*/ 1584176 h 1584176"/>
              <a:gd name="connsiteX3" fmla="*/ 0 w 936104"/>
              <a:gd name="connsiteY3" fmla="*/ 1584176 h 1584176"/>
              <a:gd name="connsiteX0" fmla="*/ 10201 w 956506"/>
              <a:gd name="connsiteY0" fmla="*/ 1584176 h 1584176"/>
              <a:gd name="connsiteX1" fmla="*/ 478253 w 956506"/>
              <a:gd name="connsiteY1" fmla="*/ 0 h 1584176"/>
              <a:gd name="connsiteX2" fmla="*/ 946305 w 956506"/>
              <a:gd name="connsiteY2" fmla="*/ 1584176 h 1584176"/>
              <a:gd name="connsiteX3" fmla="*/ 10201 w 956506"/>
              <a:gd name="connsiteY3" fmla="*/ 1584176 h 1584176"/>
              <a:gd name="connsiteX0" fmla="*/ 10201 w 956506"/>
              <a:gd name="connsiteY0" fmla="*/ 1584176 h 1717174"/>
              <a:gd name="connsiteX1" fmla="*/ 478253 w 956506"/>
              <a:gd name="connsiteY1" fmla="*/ 0 h 1717174"/>
              <a:gd name="connsiteX2" fmla="*/ 946305 w 956506"/>
              <a:gd name="connsiteY2" fmla="*/ 1584176 h 1717174"/>
              <a:gd name="connsiteX3" fmla="*/ 10201 w 956506"/>
              <a:gd name="connsiteY3" fmla="*/ 1584176 h 1717174"/>
              <a:gd name="connsiteX0" fmla="*/ 10201 w 1018722"/>
              <a:gd name="connsiteY0" fmla="*/ 1584176 h 1717174"/>
              <a:gd name="connsiteX1" fmla="*/ 478253 w 1018722"/>
              <a:gd name="connsiteY1" fmla="*/ 0 h 1717174"/>
              <a:gd name="connsiteX2" fmla="*/ 946305 w 1018722"/>
              <a:gd name="connsiteY2" fmla="*/ 1584176 h 1717174"/>
              <a:gd name="connsiteX3" fmla="*/ 10201 w 1018722"/>
              <a:gd name="connsiteY3" fmla="*/ 1584176 h 1717174"/>
              <a:gd name="connsiteX0" fmla="*/ 10201 w 959015"/>
              <a:gd name="connsiteY0" fmla="*/ 1584176 h 1793983"/>
              <a:gd name="connsiteX1" fmla="*/ 478253 w 959015"/>
              <a:gd name="connsiteY1" fmla="*/ 0 h 1793983"/>
              <a:gd name="connsiteX2" fmla="*/ 946305 w 959015"/>
              <a:gd name="connsiteY2" fmla="*/ 1584176 h 1793983"/>
              <a:gd name="connsiteX3" fmla="*/ 10201 w 959015"/>
              <a:gd name="connsiteY3" fmla="*/ 1584176 h 1793983"/>
              <a:gd name="connsiteX0" fmla="*/ 10201 w 958573"/>
              <a:gd name="connsiteY0" fmla="*/ 1584176 h 1755253"/>
              <a:gd name="connsiteX1" fmla="*/ 478253 w 958573"/>
              <a:gd name="connsiteY1" fmla="*/ 0 h 1755253"/>
              <a:gd name="connsiteX2" fmla="*/ 946305 w 958573"/>
              <a:gd name="connsiteY2" fmla="*/ 1584176 h 1755253"/>
              <a:gd name="connsiteX3" fmla="*/ 10201 w 958573"/>
              <a:gd name="connsiteY3" fmla="*/ 1584176 h 1755253"/>
              <a:gd name="connsiteX0" fmla="*/ 24204 w 972576"/>
              <a:gd name="connsiteY0" fmla="*/ 1584176 h 1718293"/>
              <a:gd name="connsiteX1" fmla="*/ 492256 w 972576"/>
              <a:gd name="connsiteY1" fmla="*/ 0 h 1718293"/>
              <a:gd name="connsiteX2" fmla="*/ 960308 w 972576"/>
              <a:gd name="connsiteY2" fmla="*/ 1584176 h 1718293"/>
              <a:gd name="connsiteX3" fmla="*/ 24204 w 972576"/>
              <a:gd name="connsiteY3" fmla="*/ 1584176 h 1718293"/>
              <a:gd name="connsiteX0" fmla="*/ 10375 w 958747"/>
              <a:gd name="connsiteY0" fmla="*/ 1584176 h 1715454"/>
              <a:gd name="connsiteX1" fmla="*/ 478427 w 958747"/>
              <a:gd name="connsiteY1" fmla="*/ 0 h 1715454"/>
              <a:gd name="connsiteX2" fmla="*/ 946479 w 958747"/>
              <a:gd name="connsiteY2" fmla="*/ 1584176 h 1715454"/>
              <a:gd name="connsiteX3" fmla="*/ 10375 w 958747"/>
              <a:gd name="connsiteY3" fmla="*/ 1584176 h 1715454"/>
              <a:gd name="connsiteX0" fmla="*/ 14946 w 963318"/>
              <a:gd name="connsiteY0" fmla="*/ 1584176 h 1681539"/>
              <a:gd name="connsiteX1" fmla="*/ 482998 w 963318"/>
              <a:gd name="connsiteY1" fmla="*/ 0 h 1681539"/>
              <a:gd name="connsiteX2" fmla="*/ 951050 w 963318"/>
              <a:gd name="connsiteY2" fmla="*/ 1584176 h 1681539"/>
              <a:gd name="connsiteX3" fmla="*/ 14946 w 963318"/>
              <a:gd name="connsiteY3" fmla="*/ 1584176 h 1681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3318" h="1681539">
                <a:moveTo>
                  <a:pt x="14946" y="1584176"/>
                </a:moveTo>
                <a:cubicBezTo>
                  <a:pt x="-83043" y="1472267"/>
                  <a:pt x="326981" y="0"/>
                  <a:pt x="482998" y="0"/>
                </a:cubicBezTo>
                <a:cubicBezTo>
                  <a:pt x="639015" y="0"/>
                  <a:pt x="1038072" y="1449789"/>
                  <a:pt x="951050" y="1584176"/>
                </a:cubicBezTo>
                <a:cubicBezTo>
                  <a:pt x="857722" y="1728302"/>
                  <a:pt x="115358" y="1698853"/>
                  <a:pt x="14946" y="1584176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700" i="1" dirty="0">
                <a:solidFill>
                  <a:schemeClr val="bg1"/>
                </a:solidFill>
              </a:rPr>
              <a:t>zwischen </a:t>
            </a:r>
            <a:r>
              <a:rPr lang="de-DE" sz="700" b="1" dirty="0">
                <a:solidFill>
                  <a:schemeClr val="bg1"/>
                </a:solidFill>
              </a:rPr>
              <a:t>A</a:t>
            </a:r>
            <a:r>
              <a:rPr lang="de-DE" sz="700" dirty="0">
                <a:solidFill>
                  <a:schemeClr val="bg1"/>
                </a:solidFill>
              </a:rPr>
              <a:t> </a:t>
            </a:r>
            <a:r>
              <a:rPr lang="de-DE" sz="700" i="1" dirty="0">
                <a:solidFill>
                  <a:schemeClr val="bg1"/>
                </a:solidFill>
              </a:rPr>
              <a:t>und</a:t>
            </a:r>
            <a:r>
              <a:rPr lang="de-DE" sz="700" dirty="0">
                <a:solidFill>
                  <a:schemeClr val="bg1"/>
                </a:solidFill>
              </a:rPr>
              <a:t> </a:t>
            </a:r>
            <a:r>
              <a:rPr lang="de-DE" sz="7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29" name="Triangle 13">
            <a:extLst>
              <a:ext uri="{FF2B5EF4-FFF2-40B4-BE49-F238E27FC236}">
                <a16:creationId xmlns:a16="http://schemas.microsoft.com/office/drawing/2014/main" id="{BD866AF9-0064-33FC-6453-FA022E72692F}"/>
              </a:ext>
            </a:extLst>
          </p:cNvPr>
          <p:cNvSpPr/>
          <p:nvPr/>
        </p:nvSpPr>
        <p:spPr bwMode="gray">
          <a:xfrm>
            <a:off x="6076703" y="2355726"/>
            <a:ext cx="588331" cy="542913"/>
          </a:xfrm>
          <a:custGeom>
            <a:avLst/>
            <a:gdLst>
              <a:gd name="connsiteX0" fmla="*/ 0 w 936104"/>
              <a:gd name="connsiteY0" fmla="*/ 1584176 h 1584176"/>
              <a:gd name="connsiteX1" fmla="*/ 468052 w 936104"/>
              <a:gd name="connsiteY1" fmla="*/ 0 h 1584176"/>
              <a:gd name="connsiteX2" fmla="*/ 936104 w 936104"/>
              <a:gd name="connsiteY2" fmla="*/ 1584176 h 1584176"/>
              <a:gd name="connsiteX3" fmla="*/ 0 w 936104"/>
              <a:gd name="connsiteY3" fmla="*/ 1584176 h 1584176"/>
              <a:gd name="connsiteX0" fmla="*/ 10201 w 956506"/>
              <a:gd name="connsiteY0" fmla="*/ 1584176 h 1584176"/>
              <a:gd name="connsiteX1" fmla="*/ 478253 w 956506"/>
              <a:gd name="connsiteY1" fmla="*/ 0 h 1584176"/>
              <a:gd name="connsiteX2" fmla="*/ 946305 w 956506"/>
              <a:gd name="connsiteY2" fmla="*/ 1584176 h 1584176"/>
              <a:gd name="connsiteX3" fmla="*/ 10201 w 956506"/>
              <a:gd name="connsiteY3" fmla="*/ 1584176 h 1584176"/>
              <a:gd name="connsiteX0" fmla="*/ 10201 w 956506"/>
              <a:gd name="connsiteY0" fmla="*/ 1584176 h 1717174"/>
              <a:gd name="connsiteX1" fmla="*/ 478253 w 956506"/>
              <a:gd name="connsiteY1" fmla="*/ 0 h 1717174"/>
              <a:gd name="connsiteX2" fmla="*/ 946305 w 956506"/>
              <a:gd name="connsiteY2" fmla="*/ 1584176 h 1717174"/>
              <a:gd name="connsiteX3" fmla="*/ 10201 w 956506"/>
              <a:gd name="connsiteY3" fmla="*/ 1584176 h 1717174"/>
              <a:gd name="connsiteX0" fmla="*/ 10201 w 1018722"/>
              <a:gd name="connsiteY0" fmla="*/ 1584176 h 1717174"/>
              <a:gd name="connsiteX1" fmla="*/ 478253 w 1018722"/>
              <a:gd name="connsiteY1" fmla="*/ 0 h 1717174"/>
              <a:gd name="connsiteX2" fmla="*/ 946305 w 1018722"/>
              <a:gd name="connsiteY2" fmla="*/ 1584176 h 1717174"/>
              <a:gd name="connsiteX3" fmla="*/ 10201 w 1018722"/>
              <a:gd name="connsiteY3" fmla="*/ 1584176 h 1717174"/>
              <a:gd name="connsiteX0" fmla="*/ 10201 w 959015"/>
              <a:gd name="connsiteY0" fmla="*/ 1584176 h 1793983"/>
              <a:gd name="connsiteX1" fmla="*/ 478253 w 959015"/>
              <a:gd name="connsiteY1" fmla="*/ 0 h 1793983"/>
              <a:gd name="connsiteX2" fmla="*/ 946305 w 959015"/>
              <a:gd name="connsiteY2" fmla="*/ 1584176 h 1793983"/>
              <a:gd name="connsiteX3" fmla="*/ 10201 w 959015"/>
              <a:gd name="connsiteY3" fmla="*/ 1584176 h 1793983"/>
              <a:gd name="connsiteX0" fmla="*/ 10201 w 958573"/>
              <a:gd name="connsiteY0" fmla="*/ 1584176 h 1755253"/>
              <a:gd name="connsiteX1" fmla="*/ 478253 w 958573"/>
              <a:gd name="connsiteY1" fmla="*/ 0 h 1755253"/>
              <a:gd name="connsiteX2" fmla="*/ 946305 w 958573"/>
              <a:gd name="connsiteY2" fmla="*/ 1584176 h 1755253"/>
              <a:gd name="connsiteX3" fmla="*/ 10201 w 958573"/>
              <a:gd name="connsiteY3" fmla="*/ 1584176 h 1755253"/>
              <a:gd name="connsiteX0" fmla="*/ 24204 w 972576"/>
              <a:gd name="connsiteY0" fmla="*/ 1584176 h 1718293"/>
              <a:gd name="connsiteX1" fmla="*/ 492256 w 972576"/>
              <a:gd name="connsiteY1" fmla="*/ 0 h 1718293"/>
              <a:gd name="connsiteX2" fmla="*/ 960308 w 972576"/>
              <a:gd name="connsiteY2" fmla="*/ 1584176 h 1718293"/>
              <a:gd name="connsiteX3" fmla="*/ 24204 w 972576"/>
              <a:gd name="connsiteY3" fmla="*/ 1584176 h 1718293"/>
              <a:gd name="connsiteX0" fmla="*/ 10375 w 958747"/>
              <a:gd name="connsiteY0" fmla="*/ 1584176 h 1715454"/>
              <a:gd name="connsiteX1" fmla="*/ 478427 w 958747"/>
              <a:gd name="connsiteY1" fmla="*/ 0 h 1715454"/>
              <a:gd name="connsiteX2" fmla="*/ 946479 w 958747"/>
              <a:gd name="connsiteY2" fmla="*/ 1584176 h 1715454"/>
              <a:gd name="connsiteX3" fmla="*/ 10375 w 958747"/>
              <a:gd name="connsiteY3" fmla="*/ 1584176 h 1715454"/>
              <a:gd name="connsiteX0" fmla="*/ 14946 w 963318"/>
              <a:gd name="connsiteY0" fmla="*/ 1584176 h 1681539"/>
              <a:gd name="connsiteX1" fmla="*/ 482998 w 963318"/>
              <a:gd name="connsiteY1" fmla="*/ 0 h 1681539"/>
              <a:gd name="connsiteX2" fmla="*/ 951050 w 963318"/>
              <a:gd name="connsiteY2" fmla="*/ 1584176 h 1681539"/>
              <a:gd name="connsiteX3" fmla="*/ 14946 w 963318"/>
              <a:gd name="connsiteY3" fmla="*/ 1584176 h 1681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3318" h="1681539">
                <a:moveTo>
                  <a:pt x="14946" y="1584176"/>
                </a:moveTo>
                <a:cubicBezTo>
                  <a:pt x="-83043" y="1472267"/>
                  <a:pt x="326981" y="0"/>
                  <a:pt x="482998" y="0"/>
                </a:cubicBezTo>
                <a:cubicBezTo>
                  <a:pt x="639015" y="0"/>
                  <a:pt x="1038072" y="1449789"/>
                  <a:pt x="951050" y="1584176"/>
                </a:cubicBezTo>
                <a:cubicBezTo>
                  <a:pt x="857722" y="1728302"/>
                  <a:pt x="115358" y="1698853"/>
                  <a:pt x="14946" y="1584176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700" i="1" dirty="0">
                <a:solidFill>
                  <a:schemeClr val="bg1"/>
                </a:solidFill>
              </a:rPr>
              <a:t>größer als </a:t>
            </a:r>
            <a:r>
              <a:rPr lang="de-DE" sz="700" b="1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FE37393-908F-31A9-F288-8F25100319D0}"/>
              </a:ext>
            </a:extLst>
          </p:cNvPr>
          <p:cNvSpPr/>
          <p:nvPr/>
        </p:nvSpPr>
        <p:spPr bwMode="gray">
          <a:xfrm>
            <a:off x="2664257" y="339499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M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7D3F467-1CC1-CF4F-A05C-D056BBD3A5B8}"/>
              </a:ext>
            </a:extLst>
          </p:cNvPr>
          <p:cNvSpPr/>
          <p:nvPr/>
        </p:nvSpPr>
        <p:spPr bwMode="gray">
          <a:xfrm>
            <a:off x="3024297" y="381454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C97D20F-C396-34CE-E84C-58B129DFF00A}"/>
              </a:ext>
            </a:extLst>
          </p:cNvPr>
          <p:cNvSpPr/>
          <p:nvPr/>
        </p:nvSpPr>
        <p:spPr bwMode="gray">
          <a:xfrm>
            <a:off x="2184204" y="431611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L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39CD219-F6F8-86F1-9671-2352CC37D366}"/>
              </a:ext>
            </a:extLst>
          </p:cNvPr>
          <p:cNvSpPr/>
          <p:nvPr/>
        </p:nvSpPr>
        <p:spPr bwMode="gray">
          <a:xfrm>
            <a:off x="1619672" y="431611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H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63EC898-6379-AB78-AF6F-5B20011A72DB}"/>
              </a:ext>
            </a:extLst>
          </p:cNvPr>
          <p:cNvCxnSpPr>
            <a:cxnSpLocks/>
            <a:stCxn id="34" idx="3"/>
            <a:endCxn id="59" idx="2"/>
          </p:cNvCxnSpPr>
          <p:nvPr/>
        </p:nvCxnSpPr>
        <p:spPr bwMode="gray">
          <a:xfrm flipH="1">
            <a:off x="1884845" y="3579385"/>
            <a:ext cx="811048" cy="2338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0DE1BDE-EF02-4E6A-1F91-D7EE0AEAC057}"/>
              </a:ext>
            </a:extLst>
          </p:cNvPr>
          <p:cNvCxnSpPr>
            <a:cxnSpLocks/>
            <a:stCxn id="34" idx="5"/>
            <a:endCxn id="35" idx="1"/>
          </p:cNvCxnSpPr>
          <p:nvPr/>
        </p:nvCxnSpPr>
        <p:spPr bwMode="gray">
          <a:xfrm>
            <a:off x="2848645" y="3579385"/>
            <a:ext cx="207288" cy="26679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FAC6C27-DFEA-86CD-E61E-D827612B0A12}"/>
              </a:ext>
            </a:extLst>
          </p:cNvPr>
          <p:cNvCxnSpPr>
            <a:cxnSpLocks/>
            <a:endCxn id="60" idx="5"/>
          </p:cNvCxnSpPr>
          <p:nvPr/>
        </p:nvCxnSpPr>
        <p:spPr bwMode="gray">
          <a:xfrm flipV="1">
            <a:off x="1099902" y="4533444"/>
            <a:ext cx="0" cy="1265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B39A487-46E1-4931-B1EE-F021F3AC3E19}"/>
              </a:ext>
            </a:extLst>
          </p:cNvPr>
          <p:cNvCxnSpPr>
            <a:cxnSpLocks/>
            <a:stCxn id="60" idx="1"/>
            <a:endCxn id="59" idx="6"/>
          </p:cNvCxnSpPr>
          <p:nvPr/>
        </p:nvCxnSpPr>
        <p:spPr bwMode="gray">
          <a:xfrm flipV="1">
            <a:off x="1093716" y="4029260"/>
            <a:ext cx="402189" cy="28657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CC4F714-4B97-D86F-CC69-5C840C8CCC61}"/>
              </a:ext>
            </a:extLst>
          </p:cNvPr>
          <p:cNvCxnSpPr>
            <a:cxnSpLocks/>
            <a:stCxn id="59" idx="4"/>
            <a:endCxn id="36" idx="1"/>
          </p:cNvCxnSpPr>
          <p:nvPr/>
        </p:nvCxnSpPr>
        <p:spPr bwMode="gray">
          <a:xfrm>
            <a:off x="1884845" y="4029260"/>
            <a:ext cx="330995" cy="3184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1A8F5BD-3FC5-72D6-7588-B4D51DB20D4D}"/>
              </a:ext>
            </a:extLst>
          </p:cNvPr>
          <p:cNvCxnSpPr>
            <a:cxnSpLocks/>
            <a:stCxn id="37" idx="0"/>
            <a:endCxn id="59" idx="5"/>
          </p:cNvCxnSpPr>
          <p:nvPr/>
        </p:nvCxnSpPr>
        <p:spPr bwMode="gray">
          <a:xfrm flipH="1" flipV="1">
            <a:off x="1695419" y="4031880"/>
            <a:ext cx="32265" cy="2842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2CE730C-7DA9-8941-DE33-422E9D94C79B}"/>
              </a:ext>
            </a:extLst>
          </p:cNvPr>
          <p:cNvCxnSpPr>
            <a:cxnSpLocks/>
            <a:stCxn id="35" idx="3"/>
            <a:endCxn id="52" idx="7"/>
          </p:cNvCxnSpPr>
          <p:nvPr/>
        </p:nvCxnSpPr>
        <p:spPr bwMode="gray">
          <a:xfrm flipH="1">
            <a:off x="2812172" y="3998934"/>
            <a:ext cx="243761" cy="34881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22F3D94-7F05-7ABD-4FB1-714FE0D9DA84}"/>
              </a:ext>
            </a:extLst>
          </p:cNvPr>
          <p:cNvCxnSpPr>
            <a:cxnSpLocks/>
            <a:stCxn id="35" idx="5"/>
            <a:endCxn id="58" idx="1"/>
          </p:cNvCxnSpPr>
          <p:nvPr/>
        </p:nvCxnSpPr>
        <p:spPr bwMode="gray">
          <a:xfrm>
            <a:off x="3208685" y="3998934"/>
            <a:ext cx="211350" cy="3168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AFB77FD-4C9D-9472-2056-5B650300BABF}"/>
              </a:ext>
            </a:extLst>
          </p:cNvPr>
          <p:cNvCxnSpPr>
            <a:cxnSpLocks/>
            <a:stCxn id="36" idx="3"/>
          </p:cNvCxnSpPr>
          <p:nvPr/>
        </p:nvCxnSpPr>
        <p:spPr bwMode="gray">
          <a:xfrm flipH="1">
            <a:off x="2126261" y="4500498"/>
            <a:ext cx="89579" cy="1164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E931896-9930-0EC5-85F4-AFEC0891685A}"/>
              </a:ext>
            </a:extLst>
          </p:cNvPr>
          <p:cNvCxnSpPr>
            <a:cxnSpLocks/>
            <a:stCxn id="36" idx="5"/>
          </p:cNvCxnSpPr>
          <p:nvPr/>
        </p:nvCxnSpPr>
        <p:spPr bwMode="gray">
          <a:xfrm>
            <a:off x="2368592" y="4500498"/>
            <a:ext cx="91481" cy="1164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637F1CA-E37B-104C-4BFE-79F83F18BC6C}"/>
              </a:ext>
            </a:extLst>
          </p:cNvPr>
          <p:cNvCxnSpPr>
            <a:cxnSpLocks/>
            <a:stCxn id="37" idx="3"/>
          </p:cNvCxnSpPr>
          <p:nvPr/>
        </p:nvCxnSpPr>
        <p:spPr bwMode="gray">
          <a:xfrm flipH="1">
            <a:off x="1561729" y="4500498"/>
            <a:ext cx="89579" cy="1224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7DFB952-0956-37B5-88B4-2CE1CED29461}"/>
              </a:ext>
            </a:extLst>
          </p:cNvPr>
          <p:cNvCxnSpPr>
            <a:cxnSpLocks/>
            <a:stCxn id="37" idx="5"/>
          </p:cNvCxnSpPr>
          <p:nvPr/>
        </p:nvCxnSpPr>
        <p:spPr bwMode="gray">
          <a:xfrm>
            <a:off x="1804060" y="4500498"/>
            <a:ext cx="89579" cy="1164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8B0E6C1-0E11-C779-F07D-C9A981C1EC80}"/>
              </a:ext>
            </a:extLst>
          </p:cNvPr>
          <p:cNvCxnSpPr>
            <a:cxnSpLocks/>
            <a:stCxn id="60" idx="6"/>
          </p:cNvCxnSpPr>
          <p:nvPr/>
        </p:nvCxnSpPr>
        <p:spPr bwMode="gray">
          <a:xfrm flipH="1">
            <a:off x="831868" y="4530824"/>
            <a:ext cx="68520" cy="951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301C62E-9D7C-41A8-0AE3-F2BAE351F302}"/>
              </a:ext>
            </a:extLst>
          </p:cNvPr>
          <p:cNvCxnSpPr>
            <a:cxnSpLocks/>
            <a:stCxn id="60" idx="4"/>
          </p:cNvCxnSpPr>
          <p:nvPr/>
        </p:nvCxnSpPr>
        <p:spPr bwMode="gray">
          <a:xfrm>
            <a:off x="1289328" y="4530824"/>
            <a:ext cx="71089" cy="951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52025001-A61E-530C-F228-D0B93CA007B8}"/>
              </a:ext>
            </a:extLst>
          </p:cNvPr>
          <p:cNvSpPr/>
          <p:nvPr/>
        </p:nvSpPr>
        <p:spPr bwMode="gray">
          <a:xfrm>
            <a:off x="2627784" y="431611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P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68CA131-9F03-F105-1B69-54A0E2621F20}"/>
              </a:ext>
            </a:extLst>
          </p:cNvPr>
          <p:cNvCxnSpPr>
            <a:cxnSpLocks/>
            <a:stCxn id="52" idx="3"/>
          </p:cNvCxnSpPr>
          <p:nvPr/>
        </p:nvCxnSpPr>
        <p:spPr bwMode="gray">
          <a:xfrm flipH="1">
            <a:off x="2566111" y="4500498"/>
            <a:ext cx="93309" cy="1164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5729179-946A-C0AC-5E0B-D36EE7EFA856}"/>
              </a:ext>
            </a:extLst>
          </p:cNvPr>
          <p:cNvCxnSpPr>
            <a:cxnSpLocks/>
            <a:stCxn id="52" idx="5"/>
          </p:cNvCxnSpPr>
          <p:nvPr/>
        </p:nvCxnSpPr>
        <p:spPr bwMode="gray">
          <a:xfrm>
            <a:off x="2812172" y="4500498"/>
            <a:ext cx="99745" cy="11895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3F83522-4EFE-A2E4-9665-BFD92F304EA3}"/>
              </a:ext>
            </a:extLst>
          </p:cNvPr>
          <p:cNvCxnSpPr>
            <a:cxnSpLocks/>
            <a:stCxn id="58" idx="6"/>
          </p:cNvCxnSpPr>
          <p:nvPr/>
        </p:nvCxnSpPr>
        <p:spPr bwMode="gray">
          <a:xfrm flipH="1">
            <a:off x="3150518" y="4530824"/>
            <a:ext cx="76189" cy="861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9ABADB2-FD11-E4D8-91AD-FF1B3D4A465C}"/>
              </a:ext>
            </a:extLst>
          </p:cNvPr>
          <p:cNvCxnSpPr>
            <a:cxnSpLocks/>
            <a:stCxn id="58" idx="5"/>
          </p:cNvCxnSpPr>
          <p:nvPr/>
        </p:nvCxnSpPr>
        <p:spPr bwMode="gray">
          <a:xfrm>
            <a:off x="3426221" y="4533444"/>
            <a:ext cx="0" cy="1265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07CB72F-5BF7-B6D4-D325-246522284BE6}"/>
              </a:ext>
            </a:extLst>
          </p:cNvPr>
          <p:cNvCxnSpPr>
            <a:cxnSpLocks/>
            <a:stCxn id="58" idx="4"/>
          </p:cNvCxnSpPr>
          <p:nvPr/>
        </p:nvCxnSpPr>
        <p:spPr bwMode="gray">
          <a:xfrm>
            <a:off x="3615647" y="4530824"/>
            <a:ext cx="71088" cy="951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rminator 30">
            <a:extLst>
              <a:ext uri="{FF2B5EF4-FFF2-40B4-BE49-F238E27FC236}">
                <a16:creationId xmlns:a16="http://schemas.microsoft.com/office/drawing/2014/main" id="{CF002BC3-26A8-8EE8-EC9D-57AF8D825639}"/>
              </a:ext>
            </a:extLst>
          </p:cNvPr>
          <p:cNvSpPr/>
          <p:nvPr/>
        </p:nvSpPr>
        <p:spPr bwMode="gray">
          <a:xfrm>
            <a:off x="3134450" y="4314800"/>
            <a:ext cx="573454" cy="218644"/>
          </a:xfrm>
          <a:custGeom>
            <a:avLst/>
            <a:gdLst>
              <a:gd name="connsiteX0" fmla="*/ 3475 w 21600"/>
              <a:gd name="connsiteY0" fmla="*/ 0 h 21600"/>
              <a:gd name="connsiteX1" fmla="*/ 18125 w 21600"/>
              <a:gd name="connsiteY1" fmla="*/ 0 h 21600"/>
              <a:gd name="connsiteX2" fmla="*/ 21600 w 21600"/>
              <a:gd name="connsiteY2" fmla="*/ 10800 h 21600"/>
              <a:gd name="connsiteX3" fmla="*/ 18125 w 21600"/>
              <a:gd name="connsiteY3" fmla="*/ 21600 h 21600"/>
              <a:gd name="connsiteX4" fmla="*/ 3475 w 21600"/>
              <a:gd name="connsiteY4" fmla="*/ 21600 h 21600"/>
              <a:gd name="connsiteX5" fmla="*/ 0 w 21600"/>
              <a:gd name="connsiteY5" fmla="*/ 10800 h 21600"/>
              <a:gd name="connsiteX6" fmla="*/ 3475 w 21600"/>
              <a:gd name="connsiteY6" fmla="*/ 0 h 21600"/>
              <a:gd name="connsiteX0" fmla="*/ 3475 w 21600"/>
              <a:gd name="connsiteY0" fmla="*/ 0 h 21600"/>
              <a:gd name="connsiteX1" fmla="*/ 10518 w 21600"/>
              <a:gd name="connsiteY1" fmla="*/ 421 h 21600"/>
              <a:gd name="connsiteX2" fmla="*/ 18125 w 21600"/>
              <a:gd name="connsiteY2" fmla="*/ 0 h 21600"/>
              <a:gd name="connsiteX3" fmla="*/ 21600 w 21600"/>
              <a:gd name="connsiteY3" fmla="*/ 10800 h 21600"/>
              <a:gd name="connsiteX4" fmla="*/ 18125 w 21600"/>
              <a:gd name="connsiteY4" fmla="*/ 21600 h 21600"/>
              <a:gd name="connsiteX5" fmla="*/ 3475 w 21600"/>
              <a:gd name="connsiteY5" fmla="*/ 21600 h 21600"/>
              <a:gd name="connsiteX6" fmla="*/ 0 w 21600"/>
              <a:gd name="connsiteY6" fmla="*/ 10800 h 21600"/>
              <a:gd name="connsiteX7" fmla="*/ 3475 w 21600"/>
              <a:gd name="connsiteY7" fmla="*/ 0 h 21600"/>
              <a:gd name="connsiteX0" fmla="*/ 3475 w 21600"/>
              <a:gd name="connsiteY0" fmla="*/ 214 h 21814"/>
              <a:gd name="connsiteX1" fmla="*/ 11953 w 21600"/>
              <a:gd name="connsiteY1" fmla="*/ 0 h 21814"/>
              <a:gd name="connsiteX2" fmla="*/ 18125 w 21600"/>
              <a:gd name="connsiteY2" fmla="*/ 214 h 21814"/>
              <a:gd name="connsiteX3" fmla="*/ 21600 w 21600"/>
              <a:gd name="connsiteY3" fmla="*/ 11014 h 21814"/>
              <a:gd name="connsiteX4" fmla="*/ 18125 w 21600"/>
              <a:gd name="connsiteY4" fmla="*/ 21814 h 21814"/>
              <a:gd name="connsiteX5" fmla="*/ 3475 w 21600"/>
              <a:gd name="connsiteY5" fmla="*/ 21814 h 21814"/>
              <a:gd name="connsiteX6" fmla="*/ 0 w 21600"/>
              <a:gd name="connsiteY6" fmla="*/ 11014 h 21814"/>
              <a:gd name="connsiteX7" fmla="*/ 3475 w 21600"/>
              <a:gd name="connsiteY7" fmla="*/ 214 h 21814"/>
              <a:gd name="connsiteX0" fmla="*/ 3475 w 21600"/>
              <a:gd name="connsiteY0" fmla="*/ 0 h 21600"/>
              <a:gd name="connsiteX1" fmla="*/ 11355 w 21600"/>
              <a:gd name="connsiteY1" fmla="*/ 103 h 21600"/>
              <a:gd name="connsiteX2" fmla="*/ 18125 w 21600"/>
              <a:gd name="connsiteY2" fmla="*/ 0 h 21600"/>
              <a:gd name="connsiteX3" fmla="*/ 21600 w 21600"/>
              <a:gd name="connsiteY3" fmla="*/ 10800 h 21600"/>
              <a:gd name="connsiteX4" fmla="*/ 18125 w 21600"/>
              <a:gd name="connsiteY4" fmla="*/ 21600 h 21600"/>
              <a:gd name="connsiteX5" fmla="*/ 3475 w 21600"/>
              <a:gd name="connsiteY5" fmla="*/ 21600 h 21600"/>
              <a:gd name="connsiteX6" fmla="*/ 0 w 21600"/>
              <a:gd name="connsiteY6" fmla="*/ 10800 h 21600"/>
              <a:gd name="connsiteX7" fmla="*/ 3475 w 21600"/>
              <a:gd name="connsiteY7" fmla="*/ 0 h 21600"/>
              <a:gd name="connsiteX0" fmla="*/ 3475 w 21600"/>
              <a:gd name="connsiteY0" fmla="*/ 0 h 21600"/>
              <a:gd name="connsiteX1" fmla="*/ 11355 w 21600"/>
              <a:gd name="connsiteY1" fmla="*/ 103 h 21600"/>
              <a:gd name="connsiteX2" fmla="*/ 18125 w 21600"/>
              <a:gd name="connsiteY2" fmla="*/ 0 h 21600"/>
              <a:gd name="connsiteX3" fmla="*/ 21600 w 21600"/>
              <a:gd name="connsiteY3" fmla="*/ 10800 h 21600"/>
              <a:gd name="connsiteX4" fmla="*/ 18125 w 21600"/>
              <a:gd name="connsiteY4" fmla="*/ 21600 h 21600"/>
              <a:gd name="connsiteX5" fmla="*/ 11468 w 21600"/>
              <a:gd name="connsiteY5" fmla="*/ 21545 h 21600"/>
              <a:gd name="connsiteX6" fmla="*/ 3475 w 21600"/>
              <a:gd name="connsiteY6" fmla="*/ 21600 h 21600"/>
              <a:gd name="connsiteX7" fmla="*/ 0 w 21600"/>
              <a:gd name="connsiteY7" fmla="*/ 10800 h 21600"/>
              <a:gd name="connsiteX8" fmla="*/ 3475 w 21600"/>
              <a:gd name="connsiteY8" fmla="*/ 0 h 21600"/>
              <a:gd name="connsiteX0" fmla="*/ 3475 w 21600"/>
              <a:gd name="connsiteY0" fmla="*/ 0 h 21862"/>
              <a:gd name="connsiteX1" fmla="*/ 11355 w 21600"/>
              <a:gd name="connsiteY1" fmla="*/ 103 h 21862"/>
              <a:gd name="connsiteX2" fmla="*/ 18125 w 21600"/>
              <a:gd name="connsiteY2" fmla="*/ 0 h 21862"/>
              <a:gd name="connsiteX3" fmla="*/ 21600 w 21600"/>
              <a:gd name="connsiteY3" fmla="*/ 10800 h 21862"/>
              <a:gd name="connsiteX4" fmla="*/ 18125 w 21600"/>
              <a:gd name="connsiteY4" fmla="*/ 21600 h 21862"/>
              <a:gd name="connsiteX5" fmla="*/ 10153 w 21600"/>
              <a:gd name="connsiteY5" fmla="*/ 21862 h 21862"/>
              <a:gd name="connsiteX6" fmla="*/ 3475 w 21600"/>
              <a:gd name="connsiteY6" fmla="*/ 21600 h 21862"/>
              <a:gd name="connsiteX7" fmla="*/ 0 w 21600"/>
              <a:gd name="connsiteY7" fmla="*/ 10800 h 21862"/>
              <a:gd name="connsiteX8" fmla="*/ 3475 w 21600"/>
              <a:gd name="connsiteY8" fmla="*/ 0 h 21862"/>
              <a:gd name="connsiteX0" fmla="*/ 3475 w 21600"/>
              <a:gd name="connsiteY0" fmla="*/ 0 h 21862"/>
              <a:gd name="connsiteX1" fmla="*/ 11355 w 21600"/>
              <a:gd name="connsiteY1" fmla="*/ 103 h 21862"/>
              <a:gd name="connsiteX2" fmla="*/ 18125 w 21600"/>
              <a:gd name="connsiteY2" fmla="*/ 0 h 21862"/>
              <a:gd name="connsiteX3" fmla="*/ 21600 w 21600"/>
              <a:gd name="connsiteY3" fmla="*/ 10800 h 21862"/>
              <a:gd name="connsiteX4" fmla="*/ 18125 w 21600"/>
              <a:gd name="connsiteY4" fmla="*/ 21600 h 21862"/>
              <a:gd name="connsiteX5" fmla="*/ 10990 w 21600"/>
              <a:gd name="connsiteY5" fmla="*/ 21862 h 21862"/>
              <a:gd name="connsiteX6" fmla="*/ 3475 w 21600"/>
              <a:gd name="connsiteY6" fmla="*/ 21600 h 21862"/>
              <a:gd name="connsiteX7" fmla="*/ 0 w 21600"/>
              <a:gd name="connsiteY7" fmla="*/ 10800 h 21862"/>
              <a:gd name="connsiteX8" fmla="*/ 3475 w 21600"/>
              <a:gd name="connsiteY8" fmla="*/ 0 h 21862"/>
              <a:gd name="connsiteX0" fmla="*/ 3475 w 21600"/>
              <a:gd name="connsiteY0" fmla="*/ 0 h 21862"/>
              <a:gd name="connsiteX1" fmla="*/ 10757 w 21600"/>
              <a:gd name="connsiteY1" fmla="*/ 103 h 21862"/>
              <a:gd name="connsiteX2" fmla="*/ 18125 w 21600"/>
              <a:gd name="connsiteY2" fmla="*/ 0 h 21862"/>
              <a:gd name="connsiteX3" fmla="*/ 21600 w 21600"/>
              <a:gd name="connsiteY3" fmla="*/ 10800 h 21862"/>
              <a:gd name="connsiteX4" fmla="*/ 18125 w 21600"/>
              <a:gd name="connsiteY4" fmla="*/ 21600 h 21862"/>
              <a:gd name="connsiteX5" fmla="*/ 10990 w 21600"/>
              <a:gd name="connsiteY5" fmla="*/ 21862 h 21862"/>
              <a:gd name="connsiteX6" fmla="*/ 3475 w 21600"/>
              <a:gd name="connsiteY6" fmla="*/ 21600 h 21862"/>
              <a:gd name="connsiteX7" fmla="*/ 0 w 21600"/>
              <a:gd name="connsiteY7" fmla="*/ 10800 h 21862"/>
              <a:gd name="connsiteX8" fmla="*/ 3475 w 21600"/>
              <a:gd name="connsiteY8" fmla="*/ 0 h 21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600" h="21862">
                <a:moveTo>
                  <a:pt x="3475" y="0"/>
                </a:moveTo>
                <a:lnTo>
                  <a:pt x="10757" y="103"/>
                </a:lnTo>
                <a:lnTo>
                  <a:pt x="18125" y="0"/>
                </a:lnTo>
                <a:cubicBezTo>
                  <a:pt x="20044" y="0"/>
                  <a:pt x="21600" y="4835"/>
                  <a:pt x="21600" y="10800"/>
                </a:cubicBezTo>
                <a:cubicBezTo>
                  <a:pt x="21600" y="16765"/>
                  <a:pt x="19814" y="19809"/>
                  <a:pt x="18125" y="21600"/>
                </a:cubicBezTo>
                <a:lnTo>
                  <a:pt x="10990" y="21862"/>
                </a:lnTo>
                <a:lnTo>
                  <a:pt x="3475" y="21600"/>
                </a:lnTo>
                <a:cubicBezTo>
                  <a:pt x="1556" y="21600"/>
                  <a:pt x="0" y="16765"/>
                  <a:pt x="0" y="10800"/>
                </a:cubicBezTo>
                <a:cubicBezTo>
                  <a:pt x="0" y="4835"/>
                  <a:pt x="1556" y="0"/>
                  <a:pt x="3475" y="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S  X</a:t>
            </a:r>
          </a:p>
        </p:txBody>
      </p:sp>
      <p:sp>
        <p:nvSpPr>
          <p:cNvPr id="59" name="Terminator 30">
            <a:extLst>
              <a:ext uri="{FF2B5EF4-FFF2-40B4-BE49-F238E27FC236}">
                <a16:creationId xmlns:a16="http://schemas.microsoft.com/office/drawing/2014/main" id="{2BD174AE-79EC-254F-65B8-2A5E7C4B7817}"/>
              </a:ext>
            </a:extLst>
          </p:cNvPr>
          <p:cNvSpPr/>
          <p:nvPr/>
        </p:nvSpPr>
        <p:spPr bwMode="gray">
          <a:xfrm>
            <a:off x="1403648" y="3813236"/>
            <a:ext cx="573454" cy="218644"/>
          </a:xfrm>
          <a:custGeom>
            <a:avLst/>
            <a:gdLst>
              <a:gd name="connsiteX0" fmla="*/ 3475 w 21600"/>
              <a:gd name="connsiteY0" fmla="*/ 0 h 21600"/>
              <a:gd name="connsiteX1" fmla="*/ 18125 w 21600"/>
              <a:gd name="connsiteY1" fmla="*/ 0 h 21600"/>
              <a:gd name="connsiteX2" fmla="*/ 21600 w 21600"/>
              <a:gd name="connsiteY2" fmla="*/ 10800 h 21600"/>
              <a:gd name="connsiteX3" fmla="*/ 18125 w 21600"/>
              <a:gd name="connsiteY3" fmla="*/ 21600 h 21600"/>
              <a:gd name="connsiteX4" fmla="*/ 3475 w 21600"/>
              <a:gd name="connsiteY4" fmla="*/ 21600 h 21600"/>
              <a:gd name="connsiteX5" fmla="*/ 0 w 21600"/>
              <a:gd name="connsiteY5" fmla="*/ 10800 h 21600"/>
              <a:gd name="connsiteX6" fmla="*/ 3475 w 21600"/>
              <a:gd name="connsiteY6" fmla="*/ 0 h 21600"/>
              <a:gd name="connsiteX0" fmla="*/ 3475 w 21600"/>
              <a:gd name="connsiteY0" fmla="*/ 0 h 21600"/>
              <a:gd name="connsiteX1" fmla="*/ 10518 w 21600"/>
              <a:gd name="connsiteY1" fmla="*/ 421 h 21600"/>
              <a:gd name="connsiteX2" fmla="*/ 18125 w 21600"/>
              <a:gd name="connsiteY2" fmla="*/ 0 h 21600"/>
              <a:gd name="connsiteX3" fmla="*/ 21600 w 21600"/>
              <a:gd name="connsiteY3" fmla="*/ 10800 h 21600"/>
              <a:gd name="connsiteX4" fmla="*/ 18125 w 21600"/>
              <a:gd name="connsiteY4" fmla="*/ 21600 h 21600"/>
              <a:gd name="connsiteX5" fmla="*/ 3475 w 21600"/>
              <a:gd name="connsiteY5" fmla="*/ 21600 h 21600"/>
              <a:gd name="connsiteX6" fmla="*/ 0 w 21600"/>
              <a:gd name="connsiteY6" fmla="*/ 10800 h 21600"/>
              <a:gd name="connsiteX7" fmla="*/ 3475 w 21600"/>
              <a:gd name="connsiteY7" fmla="*/ 0 h 21600"/>
              <a:gd name="connsiteX0" fmla="*/ 3475 w 21600"/>
              <a:gd name="connsiteY0" fmla="*/ 214 h 21814"/>
              <a:gd name="connsiteX1" fmla="*/ 11953 w 21600"/>
              <a:gd name="connsiteY1" fmla="*/ 0 h 21814"/>
              <a:gd name="connsiteX2" fmla="*/ 18125 w 21600"/>
              <a:gd name="connsiteY2" fmla="*/ 214 h 21814"/>
              <a:gd name="connsiteX3" fmla="*/ 21600 w 21600"/>
              <a:gd name="connsiteY3" fmla="*/ 11014 h 21814"/>
              <a:gd name="connsiteX4" fmla="*/ 18125 w 21600"/>
              <a:gd name="connsiteY4" fmla="*/ 21814 h 21814"/>
              <a:gd name="connsiteX5" fmla="*/ 3475 w 21600"/>
              <a:gd name="connsiteY5" fmla="*/ 21814 h 21814"/>
              <a:gd name="connsiteX6" fmla="*/ 0 w 21600"/>
              <a:gd name="connsiteY6" fmla="*/ 11014 h 21814"/>
              <a:gd name="connsiteX7" fmla="*/ 3475 w 21600"/>
              <a:gd name="connsiteY7" fmla="*/ 214 h 21814"/>
              <a:gd name="connsiteX0" fmla="*/ 3475 w 21600"/>
              <a:gd name="connsiteY0" fmla="*/ 0 h 21600"/>
              <a:gd name="connsiteX1" fmla="*/ 11355 w 21600"/>
              <a:gd name="connsiteY1" fmla="*/ 103 h 21600"/>
              <a:gd name="connsiteX2" fmla="*/ 18125 w 21600"/>
              <a:gd name="connsiteY2" fmla="*/ 0 h 21600"/>
              <a:gd name="connsiteX3" fmla="*/ 21600 w 21600"/>
              <a:gd name="connsiteY3" fmla="*/ 10800 h 21600"/>
              <a:gd name="connsiteX4" fmla="*/ 18125 w 21600"/>
              <a:gd name="connsiteY4" fmla="*/ 21600 h 21600"/>
              <a:gd name="connsiteX5" fmla="*/ 3475 w 21600"/>
              <a:gd name="connsiteY5" fmla="*/ 21600 h 21600"/>
              <a:gd name="connsiteX6" fmla="*/ 0 w 21600"/>
              <a:gd name="connsiteY6" fmla="*/ 10800 h 21600"/>
              <a:gd name="connsiteX7" fmla="*/ 3475 w 21600"/>
              <a:gd name="connsiteY7" fmla="*/ 0 h 21600"/>
              <a:gd name="connsiteX0" fmla="*/ 3475 w 21600"/>
              <a:gd name="connsiteY0" fmla="*/ 0 h 21600"/>
              <a:gd name="connsiteX1" fmla="*/ 11355 w 21600"/>
              <a:gd name="connsiteY1" fmla="*/ 103 h 21600"/>
              <a:gd name="connsiteX2" fmla="*/ 18125 w 21600"/>
              <a:gd name="connsiteY2" fmla="*/ 0 h 21600"/>
              <a:gd name="connsiteX3" fmla="*/ 21600 w 21600"/>
              <a:gd name="connsiteY3" fmla="*/ 10800 h 21600"/>
              <a:gd name="connsiteX4" fmla="*/ 18125 w 21600"/>
              <a:gd name="connsiteY4" fmla="*/ 21600 h 21600"/>
              <a:gd name="connsiteX5" fmla="*/ 11468 w 21600"/>
              <a:gd name="connsiteY5" fmla="*/ 21545 h 21600"/>
              <a:gd name="connsiteX6" fmla="*/ 3475 w 21600"/>
              <a:gd name="connsiteY6" fmla="*/ 21600 h 21600"/>
              <a:gd name="connsiteX7" fmla="*/ 0 w 21600"/>
              <a:gd name="connsiteY7" fmla="*/ 10800 h 21600"/>
              <a:gd name="connsiteX8" fmla="*/ 3475 w 21600"/>
              <a:gd name="connsiteY8" fmla="*/ 0 h 21600"/>
              <a:gd name="connsiteX0" fmla="*/ 3475 w 21600"/>
              <a:gd name="connsiteY0" fmla="*/ 0 h 21862"/>
              <a:gd name="connsiteX1" fmla="*/ 11355 w 21600"/>
              <a:gd name="connsiteY1" fmla="*/ 103 h 21862"/>
              <a:gd name="connsiteX2" fmla="*/ 18125 w 21600"/>
              <a:gd name="connsiteY2" fmla="*/ 0 h 21862"/>
              <a:gd name="connsiteX3" fmla="*/ 21600 w 21600"/>
              <a:gd name="connsiteY3" fmla="*/ 10800 h 21862"/>
              <a:gd name="connsiteX4" fmla="*/ 18125 w 21600"/>
              <a:gd name="connsiteY4" fmla="*/ 21600 h 21862"/>
              <a:gd name="connsiteX5" fmla="*/ 10153 w 21600"/>
              <a:gd name="connsiteY5" fmla="*/ 21862 h 21862"/>
              <a:gd name="connsiteX6" fmla="*/ 3475 w 21600"/>
              <a:gd name="connsiteY6" fmla="*/ 21600 h 21862"/>
              <a:gd name="connsiteX7" fmla="*/ 0 w 21600"/>
              <a:gd name="connsiteY7" fmla="*/ 10800 h 21862"/>
              <a:gd name="connsiteX8" fmla="*/ 3475 w 21600"/>
              <a:gd name="connsiteY8" fmla="*/ 0 h 21862"/>
              <a:gd name="connsiteX0" fmla="*/ 3475 w 21600"/>
              <a:gd name="connsiteY0" fmla="*/ 0 h 21862"/>
              <a:gd name="connsiteX1" fmla="*/ 11355 w 21600"/>
              <a:gd name="connsiteY1" fmla="*/ 103 h 21862"/>
              <a:gd name="connsiteX2" fmla="*/ 18125 w 21600"/>
              <a:gd name="connsiteY2" fmla="*/ 0 h 21862"/>
              <a:gd name="connsiteX3" fmla="*/ 21600 w 21600"/>
              <a:gd name="connsiteY3" fmla="*/ 10800 h 21862"/>
              <a:gd name="connsiteX4" fmla="*/ 18125 w 21600"/>
              <a:gd name="connsiteY4" fmla="*/ 21600 h 21862"/>
              <a:gd name="connsiteX5" fmla="*/ 10990 w 21600"/>
              <a:gd name="connsiteY5" fmla="*/ 21862 h 21862"/>
              <a:gd name="connsiteX6" fmla="*/ 3475 w 21600"/>
              <a:gd name="connsiteY6" fmla="*/ 21600 h 21862"/>
              <a:gd name="connsiteX7" fmla="*/ 0 w 21600"/>
              <a:gd name="connsiteY7" fmla="*/ 10800 h 21862"/>
              <a:gd name="connsiteX8" fmla="*/ 3475 w 21600"/>
              <a:gd name="connsiteY8" fmla="*/ 0 h 21862"/>
              <a:gd name="connsiteX0" fmla="*/ 3475 w 21600"/>
              <a:gd name="connsiteY0" fmla="*/ 0 h 21862"/>
              <a:gd name="connsiteX1" fmla="*/ 10757 w 21600"/>
              <a:gd name="connsiteY1" fmla="*/ 103 h 21862"/>
              <a:gd name="connsiteX2" fmla="*/ 18125 w 21600"/>
              <a:gd name="connsiteY2" fmla="*/ 0 h 21862"/>
              <a:gd name="connsiteX3" fmla="*/ 21600 w 21600"/>
              <a:gd name="connsiteY3" fmla="*/ 10800 h 21862"/>
              <a:gd name="connsiteX4" fmla="*/ 18125 w 21600"/>
              <a:gd name="connsiteY4" fmla="*/ 21600 h 21862"/>
              <a:gd name="connsiteX5" fmla="*/ 10990 w 21600"/>
              <a:gd name="connsiteY5" fmla="*/ 21862 h 21862"/>
              <a:gd name="connsiteX6" fmla="*/ 3475 w 21600"/>
              <a:gd name="connsiteY6" fmla="*/ 21600 h 21862"/>
              <a:gd name="connsiteX7" fmla="*/ 0 w 21600"/>
              <a:gd name="connsiteY7" fmla="*/ 10800 h 21862"/>
              <a:gd name="connsiteX8" fmla="*/ 3475 w 21600"/>
              <a:gd name="connsiteY8" fmla="*/ 0 h 21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600" h="21862">
                <a:moveTo>
                  <a:pt x="3475" y="0"/>
                </a:moveTo>
                <a:lnTo>
                  <a:pt x="10757" y="103"/>
                </a:lnTo>
                <a:lnTo>
                  <a:pt x="18125" y="0"/>
                </a:lnTo>
                <a:cubicBezTo>
                  <a:pt x="20044" y="0"/>
                  <a:pt x="21600" y="4835"/>
                  <a:pt x="21600" y="10800"/>
                </a:cubicBezTo>
                <a:cubicBezTo>
                  <a:pt x="21600" y="16765"/>
                  <a:pt x="19814" y="19809"/>
                  <a:pt x="18125" y="21600"/>
                </a:cubicBezTo>
                <a:lnTo>
                  <a:pt x="10990" y="21862"/>
                </a:lnTo>
                <a:lnTo>
                  <a:pt x="3475" y="21600"/>
                </a:lnTo>
                <a:cubicBezTo>
                  <a:pt x="1556" y="21600"/>
                  <a:pt x="0" y="16765"/>
                  <a:pt x="0" y="10800"/>
                </a:cubicBezTo>
                <a:cubicBezTo>
                  <a:pt x="0" y="4835"/>
                  <a:pt x="1556" y="0"/>
                  <a:pt x="3475" y="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E  J</a:t>
            </a:r>
          </a:p>
        </p:txBody>
      </p:sp>
      <p:sp>
        <p:nvSpPr>
          <p:cNvPr id="60" name="Terminator 30">
            <a:extLst>
              <a:ext uri="{FF2B5EF4-FFF2-40B4-BE49-F238E27FC236}">
                <a16:creationId xmlns:a16="http://schemas.microsoft.com/office/drawing/2014/main" id="{AD1907AA-10F7-E1D7-85E7-B3B5D881A61D}"/>
              </a:ext>
            </a:extLst>
          </p:cNvPr>
          <p:cNvSpPr/>
          <p:nvPr/>
        </p:nvSpPr>
        <p:spPr bwMode="gray">
          <a:xfrm>
            <a:off x="808131" y="4314800"/>
            <a:ext cx="573454" cy="218644"/>
          </a:xfrm>
          <a:custGeom>
            <a:avLst/>
            <a:gdLst>
              <a:gd name="connsiteX0" fmla="*/ 3475 w 21600"/>
              <a:gd name="connsiteY0" fmla="*/ 0 h 21600"/>
              <a:gd name="connsiteX1" fmla="*/ 18125 w 21600"/>
              <a:gd name="connsiteY1" fmla="*/ 0 h 21600"/>
              <a:gd name="connsiteX2" fmla="*/ 21600 w 21600"/>
              <a:gd name="connsiteY2" fmla="*/ 10800 h 21600"/>
              <a:gd name="connsiteX3" fmla="*/ 18125 w 21600"/>
              <a:gd name="connsiteY3" fmla="*/ 21600 h 21600"/>
              <a:gd name="connsiteX4" fmla="*/ 3475 w 21600"/>
              <a:gd name="connsiteY4" fmla="*/ 21600 h 21600"/>
              <a:gd name="connsiteX5" fmla="*/ 0 w 21600"/>
              <a:gd name="connsiteY5" fmla="*/ 10800 h 21600"/>
              <a:gd name="connsiteX6" fmla="*/ 3475 w 21600"/>
              <a:gd name="connsiteY6" fmla="*/ 0 h 21600"/>
              <a:gd name="connsiteX0" fmla="*/ 3475 w 21600"/>
              <a:gd name="connsiteY0" fmla="*/ 0 h 21600"/>
              <a:gd name="connsiteX1" fmla="*/ 10518 w 21600"/>
              <a:gd name="connsiteY1" fmla="*/ 421 h 21600"/>
              <a:gd name="connsiteX2" fmla="*/ 18125 w 21600"/>
              <a:gd name="connsiteY2" fmla="*/ 0 h 21600"/>
              <a:gd name="connsiteX3" fmla="*/ 21600 w 21600"/>
              <a:gd name="connsiteY3" fmla="*/ 10800 h 21600"/>
              <a:gd name="connsiteX4" fmla="*/ 18125 w 21600"/>
              <a:gd name="connsiteY4" fmla="*/ 21600 h 21600"/>
              <a:gd name="connsiteX5" fmla="*/ 3475 w 21600"/>
              <a:gd name="connsiteY5" fmla="*/ 21600 h 21600"/>
              <a:gd name="connsiteX6" fmla="*/ 0 w 21600"/>
              <a:gd name="connsiteY6" fmla="*/ 10800 h 21600"/>
              <a:gd name="connsiteX7" fmla="*/ 3475 w 21600"/>
              <a:gd name="connsiteY7" fmla="*/ 0 h 21600"/>
              <a:gd name="connsiteX0" fmla="*/ 3475 w 21600"/>
              <a:gd name="connsiteY0" fmla="*/ 214 h 21814"/>
              <a:gd name="connsiteX1" fmla="*/ 11953 w 21600"/>
              <a:gd name="connsiteY1" fmla="*/ 0 h 21814"/>
              <a:gd name="connsiteX2" fmla="*/ 18125 w 21600"/>
              <a:gd name="connsiteY2" fmla="*/ 214 h 21814"/>
              <a:gd name="connsiteX3" fmla="*/ 21600 w 21600"/>
              <a:gd name="connsiteY3" fmla="*/ 11014 h 21814"/>
              <a:gd name="connsiteX4" fmla="*/ 18125 w 21600"/>
              <a:gd name="connsiteY4" fmla="*/ 21814 h 21814"/>
              <a:gd name="connsiteX5" fmla="*/ 3475 w 21600"/>
              <a:gd name="connsiteY5" fmla="*/ 21814 h 21814"/>
              <a:gd name="connsiteX6" fmla="*/ 0 w 21600"/>
              <a:gd name="connsiteY6" fmla="*/ 11014 h 21814"/>
              <a:gd name="connsiteX7" fmla="*/ 3475 w 21600"/>
              <a:gd name="connsiteY7" fmla="*/ 214 h 21814"/>
              <a:gd name="connsiteX0" fmla="*/ 3475 w 21600"/>
              <a:gd name="connsiteY0" fmla="*/ 0 h 21600"/>
              <a:gd name="connsiteX1" fmla="*/ 11355 w 21600"/>
              <a:gd name="connsiteY1" fmla="*/ 103 h 21600"/>
              <a:gd name="connsiteX2" fmla="*/ 18125 w 21600"/>
              <a:gd name="connsiteY2" fmla="*/ 0 h 21600"/>
              <a:gd name="connsiteX3" fmla="*/ 21600 w 21600"/>
              <a:gd name="connsiteY3" fmla="*/ 10800 h 21600"/>
              <a:gd name="connsiteX4" fmla="*/ 18125 w 21600"/>
              <a:gd name="connsiteY4" fmla="*/ 21600 h 21600"/>
              <a:gd name="connsiteX5" fmla="*/ 3475 w 21600"/>
              <a:gd name="connsiteY5" fmla="*/ 21600 h 21600"/>
              <a:gd name="connsiteX6" fmla="*/ 0 w 21600"/>
              <a:gd name="connsiteY6" fmla="*/ 10800 h 21600"/>
              <a:gd name="connsiteX7" fmla="*/ 3475 w 21600"/>
              <a:gd name="connsiteY7" fmla="*/ 0 h 21600"/>
              <a:gd name="connsiteX0" fmla="*/ 3475 w 21600"/>
              <a:gd name="connsiteY0" fmla="*/ 0 h 21600"/>
              <a:gd name="connsiteX1" fmla="*/ 11355 w 21600"/>
              <a:gd name="connsiteY1" fmla="*/ 103 h 21600"/>
              <a:gd name="connsiteX2" fmla="*/ 18125 w 21600"/>
              <a:gd name="connsiteY2" fmla="*/ 0 h 21600"/>
              <a:gd name="connsiteX3" fmla="*/ 21600 w 21600"/>
              <a:gd name="connsiteY3" fmla="*/ 10800 h 21600"/>
              <a:gd name="connsiteX4" fmla="*/ 18125 w 21600"/>
              <a:gd name="connsiteY4" fmla="*/ 21600 h 21600"/>
              <a:gd name="connsiteX5" fmla="*/ 11468 w 21600"/>
              <a:gd name="connsiteY5" fmla="*/ 21545 h 21600"/>
              <a:gd name="connsiteX6" fmla="*/ 3475 w 21600"/>
              <a:gd name="connsiteY6" fmla="*/ 21600 h 21600"/>
              <a:gd name="connsiteX7" fmla="*/ 0 w 21600"/>
              <a:gd name="connsiteY7" fmla="*/ 10800 h 21600"/>
              <a:gd name="connsiteX8" fmla="*/ 3475 w 21600"/>
              <a:gd name="connsiteY8" fmla="*/ 0 h 21600"/>
              <a:gd name="connsiteX0" fmla="*/ 3475 w 21600"/>
              <a:gd name="connsiteY0" fmla="*/ 0 h 21862"/>
              <a:gd name="connsiteX1" fmla="*/ 11355 w 21600"/>
              <a:gd name="connsiteY1" fmla="*/ 103 h 21862"/>
              <a:gd name="connsiteX2" fmla="*/ 18125 w 21600"/>
              <a:gd name="connsiteY2" fmla="*/ 0 h 21862"/>
              <a:gd name="connsiteX3" fmla="*/ 21600 w 21600"/>
              <a:gd name="connsiteY3" fmla="*/ 10800 h 21862"/>
              <a:gd name="connsiteX4" fmla="*/ 18125 w 21600"/>
              <a:gd name="connsiteY4" fmla="*/ 21600 h 21862"/>
              <a:gd name="connsiteX5" fmla="*/ 10153 w 21600"/>
              <a:gd name="connsiteY5" fmla="*/ 21862 h 21862"/>
              <a:gd name="connsiteX6" fmla="*/ 3475 w 21600"/>
              <a:gd name="connsiteY6" fmla="*/ 21600 h 21862"/>
              <a:gd name="connsiteX7" fmla="*/ 0 w 21600"/>
              <a:gd name="connsiteY7" fmla="*/ 10800 h 21862"/>
              <a:gd name="connsiteX8" fmla="*/ 3475 w 21600"/>
              <a:gd name="connsiteY8" fmla="*/ 0 h 21862"/>
              <a:gd name="connsiteX0" fmla="*/ 3475 w 21600"/>
              <a:gd name="connsiteY0" fmla="*/ 0 h 21862"/>
              <a:gd name="connsiteX1" fmla="*/ 11355 w 21600"/>
              <a:gd name="connsiteY1" fmla="*/ 103 h 21862"/>
              <a:gd name="connsiteX2" fmla="*/ 18125 w 21600"/>
              <a:gd name="connsiteY2" fmla="*/ 0 h 21862"/>
              <a:gd name="connsiteX3" fmla="*/ 21600 w 21600"/>
              <a:gd name="connsiteY3" fmla="*/ 10800 h 21862"/>
              <a:gd name="connsiteX4" fmla="*/ 18125 w 21600"/>
              <a:gd name="connsiteY4" fmla="*/ 21600 h 21862"/>
              <a:gd name="connsiteX5" fmla="*/ 10990 w 21600"/>
              <a:gd name="connsiteY5" fmla="*/ 21862 h 21862"/>
              <a:gd name="connsiteX6" fmla="*/ 3475 w 21600"/>
              <a:gd name="connsiteY6" fmla="*/ 21600 h 21862"/>
              <a:gd name="connsiteX7" fmla="*/ 0 w 21600"/>
              <a:gd name="connsiteY7" fmla="*/ 10800 h 21862"/>
              <a:gd name="connsiteX8" fmla="*/ 3475 w 21600"/>
              <a:gd name="connsiteY8" fmla="*/ 0 h 21862"/>
              <a:gd name="connsiteX0" fmla="*/ 3475 w 21600"/>
              <a:gd name="connsiteY0" fmla="*/ 0 h 21862"/>
              <a:gd name="connsiteX1" fmla="*/ 10757 w 21600"/>
              <a:gd name="connsiteY1" fmla="*/ 103 h 21862"/>
              <a:gd name="connsiteX2" fmla="*/ 18125 w 21600"/>
              <a:gd name="connsiteY2" fmla="*/ 0 h 21862"/>
              <a:gd name="connsiteX3" fmla="*/ 21600 w 21600"/>
              <a:gd name="connsiteY3" fmla="*/ 10800 h 21862"/>
              <a:gd name="connsiteX4" fmla="*/ 18125 w 21600"/>
              <a:gd name="connsiteY4" fmla="*/ 21600 h 21862"/>
              <a:gd name="connsiteX5" fmla="*/ 10990 w 21600"/>
              <a:gd name="connsiteY5" fmla="*/ 21862 h 21862"/>
              <a:gd name="connsiteX6" fmla="*/ 3475 w 21600"/>
              <a:gd name="connsiteY6" fmla="*/ 21600 h 21862"/>
              <a:gd name="connsiteX7" fmla="*/ 0 w 21600"/>
              <a:gd name="connsiteY7" fmla="*/ 10800 h 21862"/>
              <a:gd name="connsiteX8" fmla="*/ 3475 w 21600"/>
              <a:gd name="connsiteY8" fmla="*/ 0 h 21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600" h="21862">
                <a:moveTo>
                  <a:pt x="3475" y="0"/>
                </a:moveTo>
                <a:lnTo>
                  <a:pt x="10757" y="103"/>
                </a:lnTo>
                <a:lnTo>
                  <a:pt x="18125" y="0"/>
                </a:lnTo>
                <a:cubicBezTo>
                  <a:pt x="20044" y="0"/>
                  <a:pt x="21600" y="4835"/>
                  <a:pt x="21600" y="10800"/>
                </a:cubicBezTo>
                <a:cubicBezTo>
                  <a:pt x="21600" y="16765"/>
                  <a:pt x="19814" y="19809"/>
                  <a:pt x="18125" y="21600"/>
                </a:cubicBezTo>
                <a:lnTo>
                  <a:pt x="10990" y="21862"/>
                </a:lnTo>
                <a:lnTo>
                  <a:pt x="3475" y="21600"/>
                </a:lnTo>
                <a:cubicBezTo>
                  <a:pt x="1556" y="21600"/>
                  <a:pt x="0" y="16765"/>
                  <a:pt x="0" y="10800"/>
                </a:cubicBezTo>
                <a:cubicBezTo>
                  <a:pt x="0" y="4835"/>
                  <a:pt x="1556" y="0"/>
                  <a:pt x="3475" y="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A  C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6246ACB-9228-0B78-C049-C6A89217CBF7}"/>
              </a:ext>
            </a:extLst>
          </p:cNvPr>
          <p:cNvSpPr txBox="1"/>
          <p:nvPr/>
        </p:nvSpPr>
        <p:spPr bwMode="gray">
          <a:xfrm>
            <a:off x="759855" y="1932699"/>
            <a:ext cx="888264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>
                <a:solidFill>
                  <a:srgbClr val="C00000"/>
                </a:solidFill>
              </a:rPr>
              <a:t>3-Knoten </a:t>
            </a:r>
          </a:p>
        </p:txBody>
      </p:sp>
      <p:sp>
        <p:nvSpPr>
          <p:cNvPr id="3083" name="TextBox 3082">
            <a:extLst>
              <a:ext uri="{FF2B5EF4-FFF2-40B4-BE49-F238E27FC236}">
                <a16:creationId xmlns:a16="http://schemas.microsoft.com/office/drawing/2014/main" id="{2FBC7001-2587-3CC7-3EAA-E7FDE19EF35B}"/>
              </a:ext>
            </a:extLst>
          </p:cNvPr>
          <p:cNvSpPr txBox="1"/>
          <p:nvPr/>
        </p:nvSpPr>
        <p:spPr bwMode="gray">
          <a:xfrm>
            <a:off x="4763856" y="1935025"/>
            <a:ext cx="888264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>
                <a:solidFill>
                  <a:srgbClr val="C00000"/>
                </a:solidFill>
              </a:rPr>
              <a:t>Links-neigender Rot-Schwarz Baum</a:t>
            </a:r>
          </a:p>
        </p:txBody>
      </p:sp>
      <p:sp>
        <p:nvSpPr>
          <p:cNvPr id="3084" name="Oval 3083">
            <a:extLst>
              <a:ext uri="{FF2B5EF4-FFF2-40B4-BE49-F238E27FC236}">
                <a16:creationId xmlns:a16="http://schemas.microsoft.com/office/drawing/2014/main" id="{F5772144-4E7D-4FAA-AF71-CFBF34CF455B}"/>
              </a:ext>
            </a:extLst>
          </p:cNvPr>
          <p:cNvSpPr/>
          <p:nvPr/>
        </p:nvSpPr>
        <p:spPr bwMode="gray">
          <a:xfrm>
            <a:off x="5868144" y="3394997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M</a:t>
            </a:r>
          </a:p>
        </p:txBody>
      </p:sp>
      <p:sp>
        <p:nvSpPr>
          <p:cNvPr id="3085" name="Oval 3084">
            <a:extLst>
              <a:ext uri="{FF2B5EF4-FFF2-40B4-BE49-F238E27FC236}">
                <a16:creationId xmlns:a16="http://schemas.microsoft.com/office/drawing/2014/main" id="{E05F0226-6531-E4E8-0A22-0848274E8975}"/>
              </a:ext>
            </a:extLst>
          </p:cNvPr>
          <p:cNvSpPr/>
          <p:nvPr/>
        </p:nvSpPr>
        <p:spPr bwMode="gray">
          <a:xfrm>
            <a:off x="6413458" y="366120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3086" name="Oval 3085">
            <a:extLst>
              <a:ext uri="{FF2B5EF4-FFF2-40B4-BE49-F238E27FC236}">
                <a16:creationId xmlns:a16="http://schemas.microsoft.com/office/drawing/2014/main" id="{C2A4408E-3113-D045-8924-FD5AC139B3D4}"/>
              </a:ext>
            </a:extLst>
          </p:cNvPr>
          <p:cNvSpPr/>
          <p:nvPr/>
        </p:nvSpPr>
        <p:spPr bwMode="gray">
          <a:xfrm>
            <a:off x="5589721" y="396519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L</a:t>
            </a:r>
          </a:p>
        </p:txBody>
      </p:sp>
      <p:sp>
        <p:nvSpPr>
          <p:cNvPr id="3087" name="Oval 3086">
            <a:extLst>
              <a:ext uri="{FF2B5EF4-FFF2-40B4-BE49-F238E27FC236}">
                <a16:creationId xmlns:a16="http://schemas.microsoft.com/office/drawing/2014/main" id="{ECF35BD0-C655-D5ED-4C12-D35057361039}"/>
              </a:ext>
            </a:extLst>
          </p:cNvPr>
          <p:cNvSpPr/>
          <p:nvPr/>
        </p:nvSpPr>
        <p:spPr bwMode="gray">
          <a:xfrm>
            <a:off x="5085665" y="427202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H</a:t>
            </a:r>
          </a:p>
        </p:txBody>
      </p:sp>
      <p:cxnSp>
        <p:nvCxnSpPr>
          <p:cNvPr id="3088" name="Straight Connector 3087">
            <a:extLst>
              <a:ext uri="{FF2B5EF4-FFF2-40B4-BE49-F238E27FC236}">
                <a16:creationId xmlns:a16="http://schemas.microsoft.com/office/drawing/2014/main" id="{4452D225-ED91-E16D-80D4-64273A6EDC12}"/>
              </a:ext>
            </a:extLst>
          </p:cNvPr>
          <p:cNvCxnSpPr>
            <a:cxnSpLocks/>
            <a:stCxn id="3084" idx="3"/>
            <a:endCxn id="3111" idx="7"/>
          </p:cNvCxnSpPr>
          <p:nvPr/>
        </p:nvCxnSpPr>
        <p:spPr bwMode="gray">
          <a:xfrm flipH="1">
            <a:off x="5414069" y="3579385"/>
            <a:ext cx="485711" cy="1134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9" name="Straight Connector 3088">
            <a:extLst>
              <a:ext uri="{FF2B5EF4-FFF2-40B4-BE49-F238E27FC236}">
                <a16:creationId xmlns:a16="http://schemas.microsoft.com/office/drawing/2014/main" id="{52373858-0669-F216-A3C1-74A00FB53462}"/>
              </a:ext>
            </a:extLst>
          </p:cNvPr>
          <p:cNvCxnSpPr>
            <a:cxnSpLocks/>
            <a:stCxn id="3084" idx="5"/>
            <a:endCxn id="3085" idx="1"/>
          </p:cNvCxnSpPr>
          <p:nvPr/>
        </p:nvCxnSpPr>
        <p:spPr bwMode="gray">
          <a:xfrm>
            <a:off x="6052532" y="3579385"/>
            <a:ext cx="392562" cy="1134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1" name="Straight Connector 3090">
            <a:extLst>
              <a:ext uri="{FF2B5EF4-FFF2-40B4-BE49-F238E27FC236}">
                <a16:creationId xmlns:a16="http://schemas.microsoft.com/office/drawing/2014/main" id="{7D9105AD-C433-3931-3366-90867C1AFAFC}"/>
              </a:ext>
            </a:extLst>
          </p:cNvPr>
          <p:cNvCxnSpPr>
            <a:cxnSpLocks/>
            <a:stCxn id="3118" idx="7"/>
            <a:endCxn id="3113" idx="3"/>
          </p:cNvCxnSpPr>
          <p:nvPr/>
        </p:nvCxnSpPr>
        <p:spPr bwMode="gray">
          <a:xfrm flipV="1">
            <a:off x="4765997" y="4149586"/>
            <a:ext cx="135280" cy="154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2" name="Straight Connector 3091">
            <a:extLst>
              <a:ext uri="{FF2B5EF4-FFF2-40B4-BE49-F238E27FC236}">
                <a16:creationId xmlns:a16="http://schemas.microsoft.com/office/drawing/2014/main" id="{2A256780-2652-5CC7-7DA9-1EF900BB7EA1}"/>
              </a:ext>
            </a:extLst>
          </p:cNvPr>
          <p:cNvCxnSpPr>
            <a:cxnSpLocks/>
            <a:stCxn id="3111" idx="5"/>
            <a:endCxn id="3086" idx="1"/>
          </p:cNvCxnSpPr>
          <p:nvPr/>
        </p:nvCxnSpPr>
        <p:spPr bwMode="gray">
          <a:xfrm>
            <a:off x="5414069" y="3845588"/>
            <a:ext cx="207288" cy="1512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3" name="Straight Connector 3092">
            <a:extLst>
              <a:ext uri="{FF2B5EF4-FFF2-40B4-BE49-F238E27FC236}">
                <a16:creationId xmlns:a16="http://schemas.microsoft.com/office/drawing/2014/main" id="{1D8D47AC-CD44-89FC-06BA-EBA2C36838E4}"/>
              </a:ext>
            </a:extLst>
          </p:cNvPr>
          <p:cNvCxnSpPr>
            <a:cxnSpLocks/>
            <a:stCxn id="3087" idx="0"/>
            <a:endCxn id="3113" idx="5"/>
          </p:cNvCxnSpPr>
          <p:nvPr/>
        </p:nvCxnSpPr>
        <p:spPr bwMode="gray">
          <a:xfrm flipH="1" flipV="1">
            <a:off x="5054029" y="4149586"/>
            <a:ext cx="139648" cy="1224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4" name="Straight Connector 3093">
            <a:extLst>
              <a:ext uri="{FF2B5EF4-FFF2-40B4-BE49-F238E27FC236}">
                <a16:creationId xmlns:a16="http://schemas.microsoft.com/office/drawing/2014/main" id="{BA89EA00-9C7B-34B5-C175-87DDFCBC09CF}"/>
              </a:ext>
            </a:extLst>
          </p:cNvPr>
          <p:cNvCxnSpPr>
            <a:cxnSpLocks/>
            <a:stCxn id="3085" idx="3"/>
            <a:endCxn id="3102" idx="7"/>
          </p:cNvCxnSpPr>
          <p:nvPr/>
        </p:nvCxnSpPr>
        <p:spPr bwMode="gray">
          <a:xfrm flipH="1">
            <a:off x="6350173" y="3845588"/>
            <a:ext cx="94921" cy="1512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5" name="Straight Connector 3094">
            <a:extLst>
              <a:ext uri="{FF2B5EF4-FFF2-40B4-BE49-F238E27FC236}">
                <a16:creationId xmlns:a16="http://schemas.microsoft.com/office/drawing/2014/main" id="{A593D498-D593-EEE1-DE14-D1BB0BFB9DCD}"/>
              </a:ext>
            </a:extLst>
          </p:cNvPr>
          <p:cNvCxnSpPr>
            <a:cxnSpLocks/>
            <a:stCxn id="3085" idx="5"/>
            <a:endCxn id="3134" idx="1"/>
          </p:cNvCxnSpPr>
          <p:nvPr/>
        </p:nvCxnSpPr>
        <p:spPr bwMode="gray">
          <a:xfrm>
            <a:off x="6597846" y="3845588"/>
            <a:ext cx="170487" cy="1512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6" name="Straight Connector 3095">
            <a:extLst>
              <a:ext uri="{FF2B5EF4-FFF2-40B4-BE49-F238E27FC236}">
                <a16:creationId xmlns:a16="http://schemas.microsoft.com/office/drawing/2014/main" id="{1C7415C2-59EF-98F9-CAF6-4EDCCA7E4712}"/>
              </a:ext>
            </a:extLst>
          </p:cNvPr>
          <p:cNvCxnSpPr>
            <a:cxnSpLocks/>
            <a:stCxn id="3086" idx="3"/>
          </p:cNvCxnSpPr>
          <p:nvPr/>
        </p:nvCxnSpPr>
        <p:spPr bwMode="gray">
          <a:xfrm flipH="1">
            <a:off x="5551106" y="4149586"/>
            <a:ext cx="70251" cy="1196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7" name="Straight Connector 3096">
            <a:extLst>
              <a:ext uri="{FF2B5EF4-FFF2-40B4-BE49-F238E27FC236}">
                <a16:creationId xmlns:a16="http://schemas.microsoft.com/office/drawing/2014/main" id="{46A27C0F-AADE-711F-AACF-B5761B436D97}"/>
              </a:ext>
            </a:extLst>
          </p:cNvPr>
          <p:cNvCxnSpPr>
            <a:cxnSpLocks/>
            <a:stCxn id="3086" idx="5"/>
          </p:cNvCxnSpPr>
          <p:nvPr/>
        </p:nvCxnSpPr>
        <p:spPr bwMode="gray">
          <a:xfrm>
            <a:off x="5774109" y="4149586"/>
            <a:ext cx="70251" cy="1196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8" name="Straight Connector 3097">
            <a:extLst>
              <a:ext uri="{FF2B5EF4-FFF2-40B4-BE49-F238E27FC236}">
                <a16:creationId xmlns:a16="http://schemas.microsoft.com/office/drawing/2014/main" id="{9374CEAE-3BD0-9F40-9DC9-A00EA12D21F9}"/>
              </a:ext>
            </a:extLst>
          </p:cNvPr>
          <p:cNvCxnSpPr>
            <a:cxnSpLocks/>
            <a:stCxn id="3087" idx="3"/>
          </p:cNvCxnSpPr>
          <p:nvPr/>
        </p:nvCxnSpPr>
        <p:spPr bwMode="gray">
          <a:xfrm flipH="1">
            <a:off x="5054029" y="4456410"/>
            <a:ext cx="63272" cy="908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9" name="Straight Connector 3098">
            <a:extLst>
              <a:ext uri="{FF2B5EF4-FFF2-40B4-BE49-F238E27FC236}">
                <a16:creationId xmlns:a16="http://schemas.microsoft.com/office/drawing/2014/main" id="{B49D308D-CC95-7EC4-412E-35CF8E8D6155}"/>
              </a:ext>
            </a:extLst>
          </p:cNvPr>
          <p:cNvCxnSpPr>
            <a:cxnSpLocks/>
            <a:stCxn id="3087" idx="5"/>
          </p:cNvCxnSpPr>
          <p:nvPr/>
        </p:nvCxnSpPr>
        <p:spPr bwMode="gray">
          <a:xfrm>
            <a:off x="5270053" y="4456410"/>
            <a:ext cx="63222" cy="744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1" name="Straight Connector 3100">
            <a:extLst>
              <a:ext uri="{FF2B5EF4-FFF2-40B4-BE49-F238E27FC236}">
                <a16:creationId xmlns:a16="http://schemas.microsoft.com/office/drawing/2014/main" id="{AD825420-FCF8-96A4-1AFF-4F1F037051B2}"/>
              </a:ext>
            </a:extLst>
          </p:cNvPr>
          <p:cNvCxnSpPr>
            <a:cxnSpLocks/>
            <a:stCxn id="3118" idx="5"/>
          </p:cNvCxnSpPr>
          <p:nvPr/>
        </p:nvCxnSpPr>
        <p:spPr bwMode="gray">
          <a:xfrm>
            <a:off x="4765997" y="4456410"/>
            <a:ext cx="89185" cy="599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02" name="Oval 3101">
            <a:extLst>
              <a:ext uri="{FF2B5EF4-FFF2-40B4-BE49-F238E27FC236}">
                <a16:creationId xmlns:a16="http://schemas.microsoft.com/office/drawing/2014/main" id="{23AE4925-7C27-1A87-6486-FCB8F09164F4}"/>
              </a:ext>
            </a:extLst>
          </p:cNvPr>
          <p:cNvSpPr/>
          <p:nvPr/>
        </p:nvSpPr>
        <p:spPr bwMode="gray">
          <a:xfrm>
            <a:off x="6165785" y="396519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P</a:t>
            </a:r>
          </a:p>
        </p:txBody>
      </p:sp>
      <p:cxnSp>
        <p:nvCxnSpPr>
          <p:cNvPr id="3103" name="Straight Connector 3102">
            <a:extLst>
              <a:ext uri="{FF2B5EF4-FFF2-40B4-BE49-F238E27FC236}">
                <a16:creationId xmlns:a16="http://schemas.microsoft.com/office/drawing/2014/main" id="{2286F0FD-F26D-2452-D953-35F9165224CF}"/>
              </a:ext>
            </a:extLst>
          </p:cNvPr>
          <p:cNvCxnSpPr>
            <a:cxnSpLocks/>
            <a:stCxn id="3102" idx="3"/>
          </p:cNvCxnSpPr>
          <p:nvPr/>
        </p:nvCxnSpPr>
        <p:spPr bwMode="gray">
          <a:xfrm flipH="1">
            <a:off x="6119165" y="4149586"/>
            <a:ext cx="78256" cy="1196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4" name="Straight Connector 3103">
            <a:extLst>
              <a:ext uri="{FF2B5EF4-FFF2-40B4-BE49-F238E27FC236}">
                <a16:creationId xmlns:a16="http://schemas.microsoft.com/office/drawing/2014/main" id="{8B0F40E7-8B38-6880-2C1C-D2E7FFBF50CD}"/>
              </a:ext>
            </a:extLst>
          </p:cNvPr>
          <p:cNvCxnSpPr>
            <a:cxnSpLocks/>
            <a:stCxn id="3102" idx="5"/>
          </p:cNvCxnSpPr>
          <p:nvPr/>
        </p:nvCxnSpPr>
        <p:spPr bwMode="gray">
          <a:xfrm>
            <a:off x="6350173" y="4149586"/>
            <a:ext cx="73957" cy="1196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5" name="Straight Connector 3104">
            <a:extLst>
              <a:ext uri="{FF2B5EF4-FFF2-40B4-BE49-F238E27FC236}">
                <a16:creationId xmlns:a16="http://schemas.microsoft.com/office/drawing/2014/main" id="{9B9FFAE7-2EA6-F529-E4C9-DF534EFED712}"/>
              </a:ext>
            </a:extLst>
          </p:cNvPr>
          <p:cNvCxnSpPr>
            <a:cxnSpLocks/>
            <a:stCxn id="3134" idx="5"/>
          </p:cNvCxnSpPr>
          <p:nvPr/>
        </p:nvCxnSpPr>
        <p:spPr bwMode="gray">
          <a:xfrm>
            <a:off x="6921085" y="4149586"/>
            <a:ext cx="67601" cy="900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1" name="Oval 3110">
            <a:extLst>
              <a:ext uri="{FF2B5EF4-FFF2-40B4-BE49-F238E27FC236}">
                <a16:creationId xmlns:a16="http://schemas.microsoft.com/office/drawing/2014/main" id="{B7202920-0505-71B6-890B-6F25FD534066}"/>
              </a:ext>
            </a:extLst>
          </p:cNvPr>
          <p:cNvSpPr/>
          <p:nvPr/>
        </p:nvSpPr>
        <p:spPr bwMode="gray">
          <a:xfrm>
            <a:off x="5229681" y="366120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J</a:t>
            </a:r>
          </a:p>
        </p:txBody>
      </p:sp>
      <p:cxnSp>
        <p:nvCxnSpPr>
          <p:cNvPr id="3112" name="Straight Connector 3111">
            <a:extLst>
              <a:ext uri="{FF2B5EF4-FFF2-40B4-BE49-F238E27FC236}">
                <a16:creationId xmlns:a16="http://schemas.microsoft.com/office/drawing/2014/main" id="{427C9D31-CB3C-D3DE-3F72-8B5B4B79CFD5}"/>
              </a:ext>
            </a:extLst>
          </p:cNvPr>
          <p:cNvCxnSpPr>
            <a:cxnSpLocks/>
            <a:stCxn id="3111" idx="3"/>
            <a:endCxn id="3113" idx="7"/>
          </p:cNvCxnSpPr>
          <p:nvPr/>
        </p:nvCxnSpPr>
        <p:spPr bwMode="gray">
          <a:xfrm flipH="1">
            <a:off x="5054029" y="3845588"/>
            <a:ext cx="207288" cy="15124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3" name="Oval 3112">
            <a:extLst>
              <a:ext uri="{FF2B5EF4-FFF2-40B4-BE49-F238E27FC236}">
                <a16:creationId xmlns:a16="http://schemas.microsoft.com/office/drawing/2014/main" id="{F2A9A780-DD8B-E9BC-83A2-4FB8DF8E441B}"/>
              </a:ext>
            </a:extLst>
          </p:cNvPr>
          <p:cNvSpPr/>
          <p:nvPr/>
        </p:nvSpPr>
        <p:spPr bwMode="gray">
          <a:xfrm>
            <a:off x="4869641" y="396519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118" name="Oval 3117">
            <a:extLst>
              <a:ext uri="{FF2B5EF4-FFF2-40B4-BE49-F238E27FC236}">
                <a16:creationId xmlns:a16="http://schemas.microsoft.com/office/drawing/2014/main" id="{4D623A70-2B97-65BD-2F28-149EF6F18748}"/>
              </a:ext>
            </a:extLst>
          </p:cNvPr>
          <p:cNvSpPr/>
          <p:nvPr/>
        </p:nvSpPr>
        <p:spPr bwMode="gray">
          <a:xfrm>
            <a:off x="4581609" y="427202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3119" name="Straight Connector 3118">
            <a:extLst>
              <a:ext uri="{FF2B5EF4-FFF2-40B4-BE49-F238E27FC236}">
                <a16:creationId xmlns:a16="http://schemas.microsoft.com/office/drawing/2014/main" id="{A79AFD88-33AB-36B9-BB71-C640E80F2C63}"/>
              </a:ext>
            </a:extLst>
          </p:cNvPr>
          <p:cNvCxnSpPr>
            <a:cxnSpLocks/>
            <a:stCxn id="3118" idx="3"/>
            <a:endCxn id="3120" idx="7"/>
          </p:cNvCxnSpPr>
          <p:nvPr/>
        </p:nvCxnSpPr>
        <p:spPr bwMode="gray">
          <a:xfrm flipH="1">
            <a:off x="4480396" y="4456410"/>
            <a:ext cx="132849" cy="12719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20" name="Oval 3119">
            <a:extLst>
              <a:ext uri="{FF2B5EF4-FFF2-40B4-BE49-F238E27FC236}">
                <a16:creationId xmlns:a16="http://schemas.microsoft.com/office/drawing/2014/main" id="{A60554E6-B2AF-DE38-E40B-555DFA4B295D}"/>
              </a:ext>
            </a:extLst>
          </p:cNvPr>
          <p:cNvSpPr/>
          <p:nvPr/>
        </p:nvSpPr>
        <p:spPr bwMode="gray">
          <a:xfrm>
            <a:off x="4310175" y="4551970"/>
            <a:ext cx="199426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3128" name="Straight Connector 3127">
            <a:extLst>
              <a:ext uri="{FF2B5EF4-FFF2-40B4-BE49-F238E27FC236}">
                <a16:creationId xmlns:a16="http://schemas.microsoft.com/office/drawing/2014/main" id="{95429C00-5941-16B3-6391-90F681D1E924}"/>
              </a:ext>
            </a:extLst>
          </p:cNvPr>
          <p:cNvCxnSpPr>
            <a:cxnSpLocks/>
            <a:stCxn id="3120" idx="3"/>
          </p:cNvCxnSpPr>
          <p:nvPr/>
        </p:nvCxnSpPr>
        <p:spPr bwMode="gray">
          <a:xfrm flipH="1">
            <a:off x="4283968" y="4736358"/>
            <a:ext cx="55412" cy="676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9" name="Straight Connector 3128">
            <a:extLst>
              <a:ext uri="{FF2B5EF4-FFF2-40B4-BE49-F238E27FC236}">
                <a16:creationId xmlns:a16="http://schemas.microsoft.com/office/drawing/2014/main" id="{F5B0B55D-37B2-3FAB-D9B7-EDD27B41E1D8}"/>
              </a:ext>
            </a:extLst>
          </p:cNvPr>
          <p:cNvCxnSpPr>
            <a:cxnSpLocks/>
            <a:stCxn id="3120" idx="5"/>
          </p:cNvCxnSpPr>
          <p:nvPr/>
        </p:nvCxnSpPr>
        <p:spPr bwMode="gray">
          <a:xfrm>
            <a:off x="4480396" y="4736358"/>
            <a:ext cx="55412" cy="676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4" name="Oval 3133">
            <a:extLst>
              <a:ext uri="{FF2B5EF4-FFF2-40B4-BE49-F238E27FC236}">
                <a16:creationId xmlns:a16="http://schemas.microsoft.com/office/drawing/2014/main" id="{45D57FF0-4E72-08F8-00CB-DDE6FD0B5F9F}"/>
              </a:ext>
            </a:extLst>
          </p:cNvPr>
          <p:cNvSpPr/>
          <p:nvPr/>
        </p:nvSpPr>
        <p:spPr bwMode="gray">
          <a:xfrm>
            <a:off x="6736697" y="396519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X</a:t>
            </a:r>
          </a:p>
        </p:txBody>
      </p:sp>
      <p:cxnSp>
        <p:nvCxnSpPr>
          <p:cNvPr id="3135" name="Straight Connector 3134">
            <a:extLst>
              <a:ext uri="{FF2B5EF4-FFF2-40B4-BE49-F238E27FC236}">
                <a16:creationId xmlns:a16="http://schemas.microsoft.com/office/drawing/2014/main" id="{24500C94-E670-EABF-6B37-DE03F92D3A57}"/>
              </a:ext>
            </a:extLst>
          </p:cNvPr>
          <p:cNvCxnSpPr>
            <a:cxnSpLocks/>
            <a:stCxn id="3134" idx="3"/>
            <a:endCxn id="3136" idx="7"/>
          </p:cNvCxnSpPr>
          <p:nvPr/>
        </p:nvCxnSpPr>
        <p:spPr bwMode="gray">
          <a:xfrm flipH="1">
            <a:off x="6700604" y="4149586"/>
            <a:ext cx="67729" cy="15407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6" name="Oval 3135">
            <a:extLst>
              <a:ext uri="{FF2B5EF4-FFF2-40B4-BE49-F238E27FC236}">
                <a16:creationId xmlns:a16="http://schemas.microsoft.com/office/drawing/2014/main" id="{D1527469-BD38-B5BD-9290-B9764238A0C3}"/>
              </a:ext>
            </a:extLst>
          </p:cNvPr>
          <p:cNvSpPr/>
          <p:nvPr/>
        </p:nvSpPr>
        <p:spPr bwMode="gray">
          <a:xfrm>
            <a:off x="6516216" y="427202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S</a:t>
            </a:r>
          </a:p>
        </p:txBody>
      </p:sp>
      <p:cxnSp>
        <p:nvCxnSpPr>
          <p:cNvPr id="3141" name="Straight Connector 3140">
            <a:extLst>
              <a:ext uri="{FF2B5EF4-FFF2-40B4-BE49-F238E27FC236}">
                <a16:creationId xmlns:a16="http://schemas.microsoft.com/office/drawing/2014/main" id="{EB62A40A-253F-873B-D9F1-690105EB1C3C}"/>
              </a:ext>
            </a:extLst>
          </p:cNvPr>
          <p:cNvCxnSpPr>
            <a:cxnSpLocks/>
            <a:stCxn id="3136" idx="3"/>
          </p:cNvCxnSpPr>
          <p:nvPr/>
        </p:nvCxnSpPr>
        <p:spPr bwMode="gray">
          <a:xfrm flipH="1">
            <a:off x="6484630" y="4456410"/>
            <a:ext cx="63222" cy="1271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2" name="Straight Connector 3141">
            <a:extLst>
              <a:ext uri="{FF2B5EF4-FFF2-40B4-BE49-F238E27FC236}">
                <a16:creationId xmlns:a16="http://schemas.microsoft.com/office/drawing/2014/main" id="{73ECC813-580F-3A6F-44AB-D01A235264DB}"/>
              </a:ext>
            </a:extLst>
          </p:cNvPr>
          <p:cNvCxnSpPr>
            <a:cxnSpLocks/>
            <a:stCxn id="3136" idx="5"/>
          </p:cNvCxnSpPr>
          <p:nvPr/>
        </p:nvCxnSpPr>
        <p:spPr bwMode="gray">
          <a:xfrm>
            <a:off x="6700604" y="4456410"/>
            <a:ext cx="63222" cy="1271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68" name="TextBox 3167">
            <a:extLst>
              <a:ext uri="{FF2B5EF4-FFF2-40B4-BE49-F238E27FC236}">
                <a16:creationId xmlns:a16="http://schemas.microsoft.com/office/drawing/2014/main" id="{91AF8DAE-5F2A-82DC-01F9-7B1198BCD979}"/>
              </a:ext>
            </a:extLst>
          </p:cNvPr>
          <p:cNvSpPr txBox="1"/>
          <p:nvPr/>
        </p:nvSpPr>
        <p:spPr bwMode="gray">
          <a:xfrm>
            <a:off x="1884805" y="4742620"/>
            <a:ext cx="888264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>
                <a:solidFill>
                  <a:srgbClr val="C00000"/>
                </a:solidFill>
              </a:rPr>
              <a:t>2-3 Baum</a:t>
            </a:r>
          </a:p>
        </p:txBody>
      </p:sp>
      <p:sp>
        <p:nvSpPr>
          <p:cNvPr id="3169" name="TextBox 3168">
            <a:extLst>
              <a:ext uri="{FF2B5EF4-FFF2-40B4-BE49-F238E27FC236}">
                <a16:creationId xmlns:a16="http://schemas.microsoft.com/office/drawing/2014/main" id="{35FD5118-41EA-B0FD-3A05-006571DA1453}"/>
              </a:ext>
            </a:extLst>
          </p:cNvPr>
          <p:cNvSpPr txBox="1"/>
          <p:nvPr/>
        </p:nvSpPr>
        <p:spPr bwMode="gray">
          <a:xfrm>
            <a:off x="4660074" y="4742620"/>
            <a:ext cx="2488147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>
                <a:solidFill>
                  <a:srgbClr val="C00000"/>
                </a:solidFill>
              </a:rPr>
              <a:t>korrespondierender Rot-Schwarz Baum</a:t>
            </a:r>
          </a:p>
        </p:txBody>
      </p:sp>
      <p:cxnSp>
        <p:nvCxnSpPr>
          <p:cNvPr id="3170" name="Straight Arrow Connector 3169">
            <a:extLst>
              <a:ext uri="{FF2B5EF4-FFF2-40B4-BE49-F238E27FC236}">
                <a16:creationId xmlns:a16="http://schemas.microsoft.com/office/drawing/2014/main" id="{535EFCFC-C779-FD64-5288-33A1CE039705}"/>
              </a:ext>
            </a:extLst>
          </p:cNvPr>
          <p:cNvCxnSpPr>
            <a:cxnSpLocks/>
            <a:stCxn id="3171" idx="3"/>
          </p:cNvCxnSpPr>
          <p:nvPr/>
        </p:nvCxnSpPr>
        <p:spPr bwMode="gray">
          <a:xfrm>
            <a:off x="4581609" y="3292067"/>
            <a:ext cx="509221" cy="547745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1" name="TextBox 3170">
            <a:extLst>
              <a:ext uri="{FF2B5EF4-FFF2-40B4-BE49-F238E27FC236}">
                <a16:creationId xmlns:a16="http://schemas.microsoft.com/office/drawing/2014/main" id="{AEEF8212-81D6-18F9-19C4-61D5CC32FAC4}"/>
              </a:ext>
            </a:extLst>
          </p:cNvPr>
          <p:cNvSpPr txBox="1"/>
          <p:nvPr/>
        </p:nvSpPr>
        <p:spPr bwMode="gray">
          <a:xfrm>
            <a:off x="3633420" y="3039975"/>
            <a:ext cx="948189" cy="50418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000" dirty="0">
                <a:solidFill>
                  <a:srgbClr val="002060"/>
                </a:solidFill>
              </a:rPr>
              <a:t>Rote Kanten „verbinden“ Knoten</a:t>
            </a:r>
            <a:br>
              <a:rPr lang="de-DE" sz="1000" dirty="0">
                <a:solidFill>
                  <a:srgbClr val="002060"/>
                </a:solidFill>
              </a:rPr>
            </a:br>
            <a:r>
              <a:rPr lang="de-DE" sz="1000" b="1" dirty="0">
                <a:solidFill>
                  <a:srgbClr val="002060"/>
                </a:solidFill>
              </a:rPr>
              <a:t>innerhalb</a:t>
            </a:r>
            <a:r>
              <a:rPr lang="de-DE" sz="1000" dirty="0">
                <a:solidFill>
                  <a:srgbClr val="002060"/>
                </a:solidFill>
              </a:rPr>
              <a:t> eines 3-Knotens</a:t>
            </a:r>
            <a:endParaRPr lang="de-DE" sz="1000" b="1" dirty="0">
              <a:solidFill>
                <a:srgbClr val="002060"/>
              </a:solidFill>
            </a:endParaRPr>
          </a:p>
        </p:txBody>
      </p:sp>
      <p:cxnSp>
        <p:nvCxnSpPr>
          <p:cNvPr id="3176" name="Straight Arrow Connector 3175">
            <a:extLst>
              <a:ext uri="{FF2B5EF4-FFF2-40B4-BE49-F238E27FC236}">
                <a16:creationId xmlns:a16="http://schemas.microsoft.com/office/drawing/2014/main" id="{0EBB8B39-F218-FF72-55C2-2F364D931FF5}"/>
              </a:ext>
            </a:extLst>
          </p:cNvPr>
          <p:cNvCxnSpPr>
            <a:cxnSpLocks/>
          </p:cNvCxnSpPr>
          <p:nvPr/>
        </p:nvCxnSpPr>
        <p:spPr bwMode="gray">
          <a:xfrm flipH="1">
            <a:off x="6308465" y="3441293"/>
            <a:ext cx="210341" cy="149721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7" name="TextBox 3176">
            <a:extLst>
              <a:ext uri="{FF2B5EF4-FFF2-40B4-BE49-F238E27FC236}">
                <a16:creationId xmlns:a16="http://schemas.microsoft.com/office/drawing/2014/main" id="{310E00EF-7BBC-4789-BB4A-17B0BA9FB0B1}"/>
              </a:ext>
            </a:extLst>
          </p:cNvPr>
          <p:cNvSpPr txBox="1"/>
          <p:nvPr/>
        </p:nvSpPr>
        <p:spPr bwMode="gray">
          <a:xfrm>
            <a:off x="6708257" y="3028944"/>
            <a:ext cx="948189" cy="504184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000" dirty="0">
                <a:solidFill>
                  <a:srgbClr val="002060"/>
                </a:solidFill>
              </a:rPr>
              <a:t>Schwarze Kanten „verbinden“</a:t>
            </a:r>
            <a:br>
              <a:rPr lang="de-DE" sz="1000" dirty="0">
                <a:solidFill>
                  <a:srgbClr val="002060"/>
                </a:solidFill>
              </a:rPr>
            </a:br>
            <a:r>
              <a:rPr lang="de-DE" sz="1000" dirty="0">
                <a:solidFill>
                  <a:srgbClr val="002060"/>
                </a:solidFill>
              </a:rPr>
              <a:t>2-Knoten und 3-Knoten</a:t>
            </a:r>
            <a:endParaRPr lang="de-DE" sz="10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044271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3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3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3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3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000"/>
                            </p:stCondLst>
                            <p:childTnLst>
                              <p:par>
                                <p:cTn id="1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3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3" dur="500"/>
                                        <p:tgtEl>
                                          <p:spTgt spid="3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3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0" dur="500"/>
                                        <p:tgtEl>
                                          <p:spTgt spid="3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500"/>
                                        <p:tgtEl>
                                          <p:spTgt spid="3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6" dur="500"/>
                                        <p:tgtEl>
                                          <p:spTgt spid="3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500"/>
                            </p:stCondLst>
                            <p:childTnLst>
                              <p:par>
                                <p:cTn id="16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0" dur="500"/>
                                        <p:tgtEl>
                                          <p:spTgt spid="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3" dur="500"/>
                                        <p:tgtEl>
                                          <p:spTgt spid="3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1000"/>
                            </p:stCondLst>
                            <p:childTnLst>
                              <p:par>
                                <p:cTn id="18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3" dur="500"/>
                                        <p:tgtEl>
                                          <p:spTgt spid="3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6" dur="500"/>
                                        <p:tgtEl>
                                          <p:spTgt spid="3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9" dur="500"/>
                                        <p:tgtEl>
                                          <p:spTgt spid="3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2" dur="500"/>
                                        <p:tgtEl>
                                          <p:spTgt spid="3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2" dur="500"/>
                                        <p:tgtEl>
                                          <p:spTgt spid="3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5" dur="500"/>
                                        <p:tgtEl>
                                          <p:spTgt spid="3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8" dur="500"/>
                                        <p:tgtEl>
                                          <p:spTgt spid="3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2" dur="500"/>
                                        <p:tgtEl>
                                          <p:spTgt spid="3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5" dur="500"/>
                                        <p:tgtEl>
                                          <p:spTgt spid="3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8" dur="500"/>
                                        <p:tgtEl>
                                          <p:spTgt spid="3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3" dur="500"/>
                                        <p:tgtEl>
                                          <p:spTgt spid="3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6" dur="500"/>
                                        <p:tgtEl>
                                          <p:spTgt spid="3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500"/>
                            </p:stCondLst>
                            <p:childTnLst>
                              <p:par>
                                <p:cTn id="25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6" dur="500"/>
                                        <p:tgtEl>
                                          <p:spTgt spid="3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1000"/>
                            </p:stCondLst>
                            <p:childTnLst>
                              <p:par>
                                <p:cTn id="2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9" dur="500"/>
                                        <p:tgtEl>
                                          <p:spTgt spid="3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2" dur="500"/>
                                        <p:tgtEl>
                                          <p:spTgt spid="3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0" dur="500"/>
                                        <p:tgtEl>
                                          <p:spTgt spid="3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3" dur="500"/>
                                        <p:tgtEl>
                                          <p:spTgt spid="3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6" dur="500"/>
                                        <p:tgtEl>
                                          <p:spTgt spid="3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0" dur="500"/>
                                        <p:tgtEl>
                                          <p:spTgt spid="3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3" dur="500"/>
                                        <p:tgtEl>
                                          <p:spTgt spid="3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6" dur="500"/>
                                        <p:tgtEl>
                                          <p:spTgt spid="3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1" dur="500"/>
                                        <p:tgtEl>
                                          <p:spTgt spid="3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4" dur="500"/>
                                        <p:tgtEl>
                                          <p:spTgt spid="3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9" dur="500"/>
                                        <p:tgtEl>
                                          <p:spTgt spid="3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2" dur="500"/>
                                        <p:tgtEl>
                                          <p:spTgt spid="3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9" grpId="0" animBg="1"/>
      <p:bldP spid="13" grpId="0" animBg="1"/>
      <p:bldP spid="14" grpId="0" animBg="1"/>
      <p:bldP spid="15" grpId="0" animBg="1"/>
      <p:bldP spid="20" grpId="0" animBg="1"/>
      <p:bldP spid="24" grpId="0" animBg="1"/>
      <p:bldP spid="27" grpId="0" animBg="1"/>
      <p:bldP spid="28" grpId="0" animBg="1"/>
      <p:bldP spid="29" grpId="0" animBg="1"/>
      <p:bldP spid="34" grpId="0" animBg="1"/>
      <p:bldP spid="35" grpId="0" animBg="1"/>
      <p:bldP spid="36" grpId="0" animBg="1"/>
      <p:bldP spid="37" grpId="0" animBg="1"/>
      <p:bldP spid="52" grpId="0" animBg="1"/>
      <p:bldP spid="58" grpId="0" animBg="1"/>
      <p:bldP spid="59" grpId="0" animBg="1"/>
      <p:bldP spid="60" grpId="0" animBg="1"/>
      <p:bldP spid="62" grpId="0"/>
      <p:bldP spid="3083" grpId="0"/>
      <p:bldP spid="3084" grpId="0" animBg="1"/>
      <p:bldP spid="3085" grpId="0" animBg="1"/>
      <p:bldP spid="3086" grpId="0" animBg="1"/>
      <p:bldP spid="3087" grpId="0" animBg="1"/>
      <p:bldP spid="3102" grpId="0" animBg="1"/>
      <p:bldP spid="3111" grpId="0" animBg="1"/>
      <p:bldP spid="3113" grpId="0" animBg="1"/>
      <p:bldP spid="3118" grpId="0" animBg="1"/>
      <p:bldP spid="3120" grpId="0" animBg="1"/>
      <p:bldP spid="3134" grpId="0" animBg="1"/>
      <p:bldP spid="3136" grpId="0" animBg="1"/>
      <p:bldP spid="3168" grpId="0"/>
      <p:bldP spid="3169" grpId="0"/>
      <p:bldP spid="3171" grpId="0"/>
      <p:bldP spid="317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D518E3F-D8A8-656E-8C11-AFB575FA60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6877051" cy="1331913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en-US" i="1" dirty="0"/>
              <a:t>left-leaning red-black</a:t>
            </a:r>
            <a:r>
              <a:rPr lang="de-DE" dirty="0"/>
              <a:t> Baum hat folgende </a:t>
            </a:r>
            <a:r>
              <a:rPr lang="de-DE" b="1" dirty="0"/>
              <a:t>Eigenschaften</a:t>
            </a:r>
            <a:r>
              <a:rPr lang="de-DE" dirty="0"/>
              <a:t>:</a:t>
            </a:r>
          </a:p>
          <a:p>
            <a:pPr marL="611187" lvl="1" indent="-342900">
              <a:buFont typeface="+mj-lt"/>
              <a:buAutoNum type="arabicPeriod"/>
            </a:pPr>
            <a:r>
              <a:rPr lang="de-DE" sz="1200" dirty="0"/>
              <a:t>Kein Knoten hat zwei rote Kanten (das wäre ein temporärer 4-Knoten!)</a:t>
            </a:r>
          </a:p>
          <a:p>
            <a:pPr marL="611187" lvl="1" indent="-342900">
              <a:buFont typeface="+mj-lt"/>
              <a:buAutoNum type="arabicPeriod"/>
            </a:pPr>
            <a:r>
              <a:rPr lang="de-DE" sz="1200" dirty="0"/>
              <a:t>Rote Kanten neigen nach links.</a:t>
            </a:r>
          </a:p>
          <a:p>
            <a:pPr marL="611187" lvl="1" indent="-342900">
              <a:buFont typeface="+mj-lt"/>
              <a:buAutoNum type="arabicPeriod"/>
            </a:pPr>
            <a:r>
              <a:rPr lang="de-DE" sz="1200" dirty="0"/>
              <a:t>Jeder Pfad von der Wurzel zu null links hat die gleiche Anzahl schwarzer Kanten!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70C36B1-D99F-EECE-A13F-7476EF549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Eigenschaften von links-neigenden Rot-Schwarz Bäumen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918B097D-2DBF-8A4F-6BC6-BF60FEF4C6E7}"/>
              </a:ext>
            </a:extLst>
          </p:cNvPr>
          <p:cNvSpPr/>
          <p:nvPr/>
        </p:nvSpPr>
        <p:spPr bwMode="gray">
          <a:xfrm>
            <a:off x="1959611" y="289141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M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4379E411-A390-8374-AB07-F45552D65E24}"/>
              </a:ext>
            </a:extLst>
          </p:cNvPr>
          <p:cNvSpPr/>
          <p:nvPr/>
        </p:nvSpPr>
        <p:spPr bwMode="gray">
          <a:xfrm>
            <a:off x="2504925" y="315762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58889E77-540B-5ACB-A951-56625336F29F}"/>
              </a:ext>
            </a:extLst>
          </p:cNvPr>
          <p:cNvSpPr/>
          <p:nvPr/>
        </p:nvSpPr>
        <p:spPr bwMode="gray">
          <a:xfrm>
            <a:off x="1681188" y="346161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L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B885687C-8785-55FF-CDEF-BA799632ABFD}"/>
              </a:ext>
            </a:extLst>
          </p:cNvPr>
          <p:cNvSpPr/>
          <p:nvPr/>
        </p:nvSpPr>
        <p:spPr bwMode="gray">
          <a:xfrm>
            <a:off x="1177132" y="376844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H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83388FD-E1EA-CB58-4D12-0118A913B5C5}"/>
              </a:ext>
            </a:extLst>
          </p:cNvPr>
          <p:cNvCxnSpPr>
            <a:cxnSpLocks/>
            <a:stCxn id="72" idx="3"/>
            <a:endCxn id="92" idx="7"/>
          </p:cNvCxnSpPr>
          <p:nvPr/>
        </p:nvCxnSpPr>
        <p:spPr bwMode="gray">
          <a:xfrm flipH="1">
            <a:off x="1505536" y="3075806"/>
            <a:ext cx="485711" cy="1134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CC2C5E38-025E-6F7C-966F-B38C866EF9A2}"/>
              </a:ext>
            </a:extLst>
          </p:cNvPr>
          <p:cNvCxnSpPr>
            <a:cxnSpLocks/>
            <a:stCxn id="72" idx="5"/>
            <a:endCxn id="73" idx="1"/>
          </p:cNvCxnSpPr>
          <p:nvPr/>
        </p:nvCxnSpPr>
        <p:spPr bwMode="gray">
          <a:xfrm>
            <a:off x="2143999" y="3075806"/>
            <a:ext cx="392562" cy="1134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1FCCA2F2-F9A9-E285-B31E-D9D46889037E}"/>
              </a:ext>
            </a:extLst>
          </p:cNvPr>
          <p:cNvCxnSpPr>
            <a:cxnSpLocks/>
            <a:stCxn id="95" idx="7"/>
            <a:endCxn id="94" idx="3"/>
          </p:cNvCxnSpPr>
          <p:nvPr/>
        </p:nvCxnSpPr>
        <p:spPr bwMode="gray">
          <a:xfrm flipV="1">
            <a:off x="857464" y="3646007"/>
            <a:ext cx="135280" cy="154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BF84F06-7859-500C-75F7-D315AA8FB995}"/>
              </a:ext>
            </a:extLst>
          </p:cNvPr>
          <p:cNvCxnSpPr>
            <a:cxnSpLocks/>
            <a:stCxn id="92" idx="5"/>
            <a:endCxn id="74" idx="1"/>
          </p:cNvCxnSpPr>
          <p:nvPr/>
        </p:nvCxnSpPr>
        <p:spPr bwMode="gray">
          <a:xfrm>
            <a:off x="1505536" y="3342009"/>
            <a:ext cx="207288" cy="1512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061BD5C-CE79-EA9A-3594-1715CD62F098}"/>
              </a:ext>
            </a:extLst>
          </p:cNvPr>
          <p:cNvCxnSpPr>
            <a:cxnSpLocks/>
            <a:stCxn id="75" idx="0"/>
            <a:endCxn id="94" idx="5"/>
          </p:cNvCxnSpPr>
          <p:nvPr/>
        </p:nvCxnSpPr>
        <p:spPr bwMode="gray">
          <a:xfrm flipH="1" flipV="1">
            <a:off x="1145496" y="3646007"/>
            <a:ext cx="139648" cy="1224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81C8B394-29FE-A688-5581-037EB80416E7}"/>
              </a:ext>
            </a:extLst>
          </p:cNvPr>
          <p:cNvCxnSpPr>
            <a:cxnSpLocks/>
            <a:stCxn id="73" idx="3"/>
            <a:endCxn id="88" idx="7"/>
          </p:cNvCxnSpPr>
          <p:nvPr/>
        </p:nvCxnSpPr>
        <p:spPr bwMode="gray">
          <a:xfrm flipH="1">
            <a:off x="2441640" y="3342009"/>
            <a:ext cx="94921" cy="1512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19D931A0-7324-1A93-66D1-8316F384A8AF}"/>
              </a:ext>
            </a:extLst>
          </p:cNvPr>
          <p:cNvCxnSpPr>
            <a:cxnSpLocks/>
            <a:stCxn id="73" idx="5"/>
            <a:endCxn id="100" idx="1"/>
          </p:cNvCxnSpPr>
          <p:nvPr/>
        </p:nvCxnSpPr>
        <p:spPr bwMode="gray">
          <a:xfrm>
            <a:off x="2689313" y="3342009"/>
            <a:ext cx="170487" cy="1512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D410A88C-0409-2A09-B0E7-9B0F9A06473C}"/>
              </a:ext>
            </a:extLst>
          </p:cNvPr>
          <p:cNvCxnSpPr>
            <a:cxnSpLocks/>
            <a:stCxn id="74" idx="3"/>
          </p:cNvCxnSpPr>
          <p:nvPr/>
        </p:nvCxnSpPr>
        <p:spPr bwMode="gray">
          <a:xfrm flipH="1">
            <a:off x="1642573" y="3646007"/>
            <a:ext cx="70251" cy="1196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7E12E1A8-A966-49E1-2349-E3F4B6A7A186}"/>
              </a:ext>
            </a:extLst>
          </p:cNvPr>
          <p:cNvCxnSpPr>
            <a:cxnSpLocks/>
            <a:stCxn id="74" idx="5"/>
          </p:cNvCxnSpPr>
          <p:nvPr/>
        </p:nvCxnSpPr>
        <p:spPr bwMode="gray">
          <a:xfrm>
            <a:off x="1865576" y="3646007"/>
            <a:ext cx="70251" cy="1196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6D74D53B-89B8-4140-1FE3-AD772E6F4644}"/>
              </a:ext>
            </a:extLst>
          </p:cNvPr>
          <p:cNvCxnSpPr>
            <a:cxnSpLocks/>
            <a:stCxn id="75" idx="3"/>
          </p:cNvCxnSpPr>
          <p:nvPr/>
        </p:nvCxnSpPr>
        <p:spPr bwMode="gray">
          <a:xfrm flipH="1">
            <a:off x="1145496" y="3952831"/>
            <a:ext cx="63272" cy="908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06A65CEE-D4C9-682B-126A-154E1DCA5B86}"/>
              </a:ext>
            </a:extLst>
          </p:cNvPr>
          <p:cNvCxnSpPr>
            <a:cxnSpLocks/>
            <a:stCxn id="75" idx="5"/>
          </p:cNvCxnSpPr>
          <p:nvPr/>
        </p:nvCxnSpPr>
        <p:spPr bwMode="gray">
          <a:xfrm>
            <a:off x="1361520" y="3952831"/>
            <a:ext cx="63222" cy="744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9CA01B41-EBDF-002E-72A3-BD4A45093856}"/>
              </a:ext>
            </a:extLst>
          </p:cNvPr>
          <p:cNvCxnSpPr>
            <a:cxnSpLocks/>
            <a:stCxn id="95" idx="5"/>
          </p:cNvCxnSpPr>
          <p:nvPr/>
        </p:nvCxnSpPr>
        <p:spPr bwMode="gray">
          <a:xfrm>
            <a:off x="857464" y="3952831"/>
            <a:ext cx="89185" cy="599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Oval 87">
            <a:extLst>
              <a:ext uri="{FF2B5EF4-FFF2-40B4-BE49-F238E27FC236}">
                <a16:creationId xmlns:a16="http://schemas.microsoft.com/office/drawing/2014/main" id="{DD1EB1AA-CB19-7259-8D2E-69BBDEC640A7}"/>
              </a:ext>
            </a:extLst>
          </p:cNvPr>
          <p:cNvSpPr/>
          <p:nvPr/>
        </p:nvSpPr>
        <p:spPr bwMode="gray">
          <a:xfrm>
            <a:off x="2257252" y="346161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P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2CFE3F5B-9490-5315-E4F6-A34CA473D162}"/>
              </a:ext>
            </a:extLst>
          </p:cNvPr>
          <p:cNvCxnSpPr>
            <a:cxnSpLocks/>
            <a:stCxn id="88" idx="3"/>
          </p:cNvCxnSpPr>
          <p:nvPr/>
        </p:nvCxnSpPr>
        <p:spPr bwMode="gray">
          <a:xfrm flipH="1">
            <a:off x="2210632" y="3646007"/>
            <a:ext cx="78256" cy="1196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7DDA89C0-72BB-BF6D-650A-4789526A192F}"/>
              </a:ext>
            </a:extLst>
          </p:cNvPr>
          <p:cNvCxnSpPr>
            <a:cxnSpLocks/>
            <a:stCxn id="88" idx="5"/>
          </p:cNvCxnSpPr>
          <p:nvPr/>
        </p:nvCxnSpPr>
        <p:spPr bwMode="gray">
          <a:xfrm>
            <a:off x="2441640" y="3646007"/>
            <a:ext cx="73957" cy="1196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D777E710-D253-16AE-4DDE-76197E2F43E1}"/>
              </a:ext>
            </a:extLst>
          </p:cNvPr>
          <p:cNvCxnSpPr>
            <a:cxnSpLocks/>
            <a:stCxn id="100" idx="5"/>
          </p:cNvCxnSpPr>
          <p:nvPr/>
        </p:nvCxnSpPr>
        <p:spPr bwMode="gray">
          <a:xfrm>
            <a:off x="3012552" y="3646007"/>
            <a:ext cx="67601" cy="9005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ADF28E9E-68FA-210E-20D3-986A82D77C10}"/>
              </a:ext>
            </a:extLst>
          </p:cNvPr>
          <p:cNvSpPr/>
          <p:nvPr/>
        </p:nvSpPr>
        <p:spPr bwMode="gray">
          <a:xfrm>
            <a:off x="1321148" y="315762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J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21B84204-2253-3ED8-B7C7-1D2D136FAEB1}"/>
              </a:ext>
            </a:extLst>
          </p:cNvPr>
          <p:cNvCxnSpPr>
            <a:cxnSpLocks/>
            <a:stCxn id="92" idx="3"/>
            <a:endCxn id="94" idx="7"/>
          </p:cNvCxnSpPr>
          <p:nvPr/>
        </p:nvCxnSpPr>
        <p:spPr bwMode="gray">
          <a:xfrm flipH="1">
            <a:off x="1145496" y="3342009"/>
            <a:ext cx="207288" cy="15124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Oval 93">
            <a:extLst>
              <a:ext uri="{FF2B5EF4-FFF2-40B4-BE49-F238E27FC236}">
                <a16:creationId xmlns:a16="http://schemas.microsoft.com/office/drawing/2014/main" id="{EDEA3913-B2A8-9950-3425-9EEA28A35ECA}"/>
              </a:ext>
            </a:extLst>
          </p:cNvPr>
          <p:cNvSpPr/>
          <p:nvPr/>
        </p:nvSpPr>
        <p:spPr bwMode="gray">
          <a:xfrm>
            <a:off x="961108" y="346161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D4496F8D-6CED-BDBF-6AF3-D879DD3EFFEC}"/>
              </a:ext>
            </a:extLst>
          </p:cNvPr>
          <p:cNvSpPr/>
          <p:nvPr/>
        </p:nvSpPr>
        <p:spPr bwMode="gray">
          <a:xfrm>
            <a:off x="673076" y="376844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17FB1BB1-EFFE-6A6C-DEAA-D61F75BB6DE8}"/>
              </a:ext>
            </a:extLst>
          </p:cNvPr>
          <p:cNvCxnSpPr>
            <a:cxnSpLocks/>
            <a:stCxn id="95" idx="3"/>
            <a:endCxn id="97" idx="7"/>
          </p:cNvCxnSpPr>
          <p:nvPr/>
        </p:nvCxnSpPr>
        <p:spPr bwMode="gray">
          <a:xfrm flipH="1">
            <a:off x="571863" y="3952831"/>
            <a:ext cx="132849" cy="12719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 96">
            <a:extLst>
              <a:ext uri="{FF2B5EF4-FFF2-40B4-BE49-F238E27FC236}">
                <a16:creationId xmlns:a16="http://schemas.microsoft.com/office/drawing/2014/main" id="{EED7390C-00AA-960E-12CE-12AA6FC15C43}"/>
              </a:ext>
            </a:extLst>
          </p:cNvPr>
          <p:cNvSpPr/>
          <p:nvPr/>
        </p:nvSpPr>
        <p:spPr bwMode="gray">
          <a:xfrm>
            <a:off x="401642" y="4048391"/>
            <a:ext cx="199426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8A7F8CE4-7393-1899-3465-72EB0B66FADB}"/>
              </a:ext>
            </a:extLst>
          </p:cNvPr>
          <p:cNvCxnSpPr>
            <a:cxnSpLocks/>
            <a:stCxn id="97" idx="3"/>
          </p:cNvCxnSpPr>
          <p:nvPr/>
        </p:nvCxnSpPr>
        <p:spPr bwMode="gray">
          <a:xfrm flipH="1">
            <a:off x="375435" y="4232779"/>
            <a:ext cx="55412" cy="676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5E0A8DBC-CEDF-63F0-FDBA-DD145FDCBEB8}"/>
              </a:ext>
            </a:extLst>
          </p:cNvPr>
          <p:cNvCxnSpPr>
            <a:cxnSpLocks/>
            <a:stCxn id="97" idx="5"/>
          </p:cNvCxnSpPr>
          <p:nvPr/>
        </p:nvCxnSpPr>
        <p:spPr bwMode="gray">
          <a:xfrm>
            <a:off x="571863" y="4232779"/>
            <a:ext cx="55412" cy="676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Oval 99">
            <a:extLst>
              <a:ext uri="{FF2B5EF4-FFF2-40B4-BE49-F238E27FC236}">
                <a16:creationId xmlns:a16="http://schemas.microsoft.com/office/drawing/2014/main" id="{0CE7C4EC-D0DC-CBE3-82D1-D43C6DCABA3E}"/>
              </a:ext>
            </a:extLst>
          </p:cNvPr>
          <p:cNvSpPr/>
          <p:nvPr/>
        </p:nvSpPr>
        <p:spPr bwMode="gray">
          <a:xfrm>
            <a:off x="2828164" y="346161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X</a:t>
            </a: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5E0A147E-2ED4-37B6-FDA9-84564D2FE6D8}"/>
              </a:ext>
            </a:extLst>
          </p:cNvPr>
          <p:cNvCxnSpPr>
            <a:cxnSpLocks/>
            <a:stCxn id="100" idx="3"/>
            <a:endCxn id="102" idx="7"/>
          </p:cNvCxnSpPr>
          <p:nvPr/>
        </p:nvCxnSpPr>
        <p:spPr bwMode="gray">
          <a:xfrm flipH="1">
            <a:off x="2792071" y="3646007"/>
            <a:ext cx="67729" cy="15407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Oval 101">
            <a:extLst>
              <a:ext uri="{FF2B5EF4-FFF2-40B4-BE49-F238E27FC236}">
                <a16:creationId xmlns:a16="http://schemas.microsoft.com/office/drawing/2014/main" id="{2B71A0A3-1693-EA09-840F-3C448B9C3C2D}"/>
              </a:ext>
            </a:extLst>
          </p:cNvPr>
          <p:cNvSpPr/>
          <p:nvPr/>
        </p:nvSpPr>
        <p:spPr bwMode="gray">
          <a:xfrm>
            <a:off x="2607683" y="376844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S</a:t>
            </a:r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D5F617E0-0FCB-A282-0844-73EE194FC34F}"/>
              </a:ext>
            </a:extLst>
          </p:cNvPr>
          <p:cNvCxnSpPr>
            <a:cxnSpLocks/>
            <a:stCxn id="102" idx="3"/>
          </p:cNvCxnSpPr>
          <p:nvPr/>
        </p:nvCxnSpPr>
        <p:spPr bwMode="gray">
          <a:xfrm flipH="1">
            <a:off x="2576097" y="3952831"/>
            <a:ext cx="63222" cy="1271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36C47970-BEAC-C2B9-1617-ED6BAA115B9B}"/>
              </a:ext>
            </a:extLst>
          </p:cNvPr>
          <p:cNvCxnSpPr>
            <a:cxnSpLocks/>
            <a:stCxn id="102" idx="5"/>
          </p:cNvCxnSpPr>
          <p:nvPr/>
        </p:nvCxnSpPr>
        <p:spPr bwMode="gray">
          <a:xfrm>
            <a:off x="2792071" y="3952831"/>
            <a:ext cx="63222" cy="1271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Oval 106">
            <a:extLst>
              <a:ext uri="{FF2B5EF4-FFF2-40B4-BE49-F238E27FC236}">
                <a16:creationId xmlns:a16="http://schemas.microsoft.com/office/drawing/2014/main" id="{732B9D42-F39F-F305-AEC1-F3659F96B2DB}"/>
              </a:ext>
            </a:extLst>
          </p:cNvPr>
          <p:cNvSpPr/>
          <p:nvPr/>
        </p:nvSpPr>
        <p:spPr bwMode="gray">
          <a:xfrm>
            <a:off x="5596834" y="289504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M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91382D75-C6C3-EE21-8A44-1A81C3C903B3}"/>
              </a:ext>
            </a:extLst>
          </p:cNvPr>
          <p:cNvSpPr/>
          <p:nvPr/>
        </p:nvSpPr>
        <p:spPr bwMode="gray">
          <a:xfrm>
            <a:off x="6142148" y="321982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53676D24-1AB4-A07A-5257-BE246D6650BC}"/>
              </a:ext>
            </a:extLst>
          </p:cNvPr>
          <p:cNvSpPr/>
          <p:nvPr/>
        </p:nvSpPr>
        <p:spPr bwMode="gray">
          <a:xfrm>
            <a:off x="5318411" y="357986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L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3E179186-5928-3D50-57AF-0F50CCDC45EF}"/>
              </a:ext>
            </a:extLst>
          </p:cNvPr>
          <p:cNvSpPr/>
          <p:nvPr/>
        </p:nvSpPr>
        <p:spPr bwMode="gray">
          <a:xfrm>
            <a:off x="4786779" y="357986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H</a:t>
            </a: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7AD558B1-3409-0377-853A-61A9B18428E2}"/>
              </a:ext>
            </a:extLst>
          </p:cNvPr>
          <p:cNvCxnSpPr>
            <a:cxnSpLocks/>
            <a:stCxn id="107" idx="3"/>
            <a:endCxn id="127" idx="7"/>
          </p:cNvCxnSpPr>
          <p:nvPr/>
        </p:nvCxnSpPr>
        <p:spPr bwMode="gray">
          <a:xfrm flipH="1">
            <a:off x="5142759" y="3079437"/>
            <a:ext cx="485711" cy="1720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AFD006D3-F8C0-B1B4-C88B-62A297ECBFE7}"/>
              </a:ext>
            </a:extLst>
          </p:cNvPr>
          <p:cNvCxnSpPr>
            <a:cxnSpLocks/>
            <a:stCxn id="107" idx="5"/>
            <a:endCxn id="108" idx="1"/>
          </p:cNvCxnSpPr>
          <p:nvPr/>
        </p:nvCxnSpPr>
        <p:spPr bwMode="gray">
          <a:xfrm>
            <a:off x="5781222" y="3079437"/>
            <a:ext cx="392562" cy="1720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9C4AABFB-6BBB-1957-5DE2-E1799C62091F}"/>
              </a:ext>
            </a:extLst>
          </p:cNvPr>
          <p:cNvCxnSpPr>
            <a:cxnSpLocks/>
            <a:stCxn id="130" idx="7"/>
            <a:endCxn id="129" idx="3"/>
          </p:cNvCxnSpPr>
          <p:nvPr/>
        </p:nvCxnSpPr>
        <p:spPr bwMode="gray">
          <a:xfrm flipV="1">
            <a:off x="4467111" y="3404210"/>
            <a:ext cx="135280" cy="2072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7C9C4CB4-1325-E5EC-2A78-804632B5AEC7}"/>
              </a:ext>
            </a:extLst>
          </p:cNvPr>
          <p:cNvCxnSpPr>
            <a:cxnSpLocks/>
            <a:stCxn id="127" idx="5"/>
            <a:endCxn id="109" idx="1"/>
          </p:cNvCxnSpPr>
          <p:nvPr/>
        </p:nvCxnSpPr>
        <p:spPr bwMode="gray">
          <a:xfrm>
            <a:off x="5142759" y="3404210"/>
            <a:ext cx="207288" cy="2072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CEEA4C83-8575-D2AC-6986-6DEE2C1E932B}"/>
              </a:ext>
            </a:extLst>
          </p:cNvPr>
          <p:cNvCxnSpPr>
            <a:cxnSpLocks/>
            <a:stCxn id="110" idx="0"/>
            <a:endCxn id="129" idx="5"/>
          </p:cNvCxnSpPr>
          <p:nvPr/>
        </p:nvCxnSpPr>
        <p:spPr bwMode="gray">
          <a:xfrm flipH="1" flipV="1">
            <a:off x="4755143" y="3404210"/>
            <a:ext cx="139648" cy="17565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32942E0B-F891-9D54-543F-71BEEA87E096}"/>
              </a:ext>
            </a:extLst>
          </p:cNvPr>
          <p:cNvCxnSpPr>
            <a:cxnSpLocks/>
            <a:stCxn id="108" idx="3"/>
            <a:endCxn id="123" idx="7"/>
          </p:cNvCxnSpPr>
          <p:nvPr/>
        </p:nvCxnSpPr>
        <p:spPr bwMode="gray">
          <a:xfrm flipH="1">
            <a:off x="5967539" y="3404210"/>
            <a:ext cx="206245" cy="2072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83A803E1-7DB3-7257-5211-C4B8F90F88EF}"/>
              </a:ext>
            </a:extLst>
          </p:cNvPr>
          <p:cNvCxnSpPr>
            <a:cxnSpLocks/>
            <a:stCxn id="108" idx="5"/>
            <a:endCxn id="135" idx="1"/>
          </p:cNvCxnSpPr>
          <p:nvPr/>
        </p:nvCxnSpPr>
        <p:spPr bwMode="gray">
          <a:xfrm>
            <a:off x="6326536" y="3404210"/>
            <a:ext cx="170487" cy="2072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E415DD0B-99C0-96B1-DDD4-EEE0213B367A}"/>
              </a:ext>
            </a:extLst>
          </p:cNvPr>
          <p:cNvCxnSpPr>
            <a:cxnSpLocks/>
            <a:stCxn id="109" idx="3"/>
          </p:cNvCxnSpPr>
          <p:nvPr/>
        </p:nvCxnSpPr>
        <p:spPr bwMode="gray">
          <a:xfrm flipH="1">
            <a:off x="5279796" y="3764250"/>
            <a:ext cx="70251" cy="12142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9807EADF-3D3A-E50D-9FBF-19343A1570B8}"/>
              </a:ext>
            </a:extLst>
          </p:cNvPr>
          <p:cNvCxnSpPr>
            <a:cxnSpLocks/>
            <a:stCxn id="109" idx="5"/>
          </p:cNvCxnSpPr>
          <p:nvPr/>
        </p:nvCxnSpPr>
        <p:spPr bwMode="gray">
          <a:xfrm>
            <a:off x="5502799" y="3764250"/>
            <a:ext cx="70251" cy="12142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B401F6B1-4FD0-39C6-65C3-B95A2935179C}"/>
              </a:ext>
            </a:extLst>
          </p:cNvPr>
          <p:cNvCxnSpPr>
            <a:cxnSpLocks/>
            <a:stCxn id="110" idx="3"/>
          </p:cNvCxnSpPr>
          <p:nvPr/>
        </p:nvCxnSpPr>
        <p:spPr bwMode="gray">
          <a:xfrm flipH="1">
            <a:off x="4755143" y="3764250"/>
            <a:ext cx="63272" cy="9181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A6BEE361-0CC3-7E58-E2CA-4C452D8E9630}"/>
              </a:ext>
            </a:extLst>
          </p:cNvPr>
          <p:cNvCxnSpPr>
            <a:cxnSpLocks/>
            <a:stCxn id="110" idx="5"/>
          </p:cNvCxnSpPr>
          <p:nvPr/>
        </p:nvCxnSpPr>
        <p:spPr bwMode="gray">
          <a:xfrm>
            <a:off x="4971167" y="3764250"/>
            <a:ext cx="63222" cy="754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AB9F9862-1F53-4BD9-E2F1-475C53A011E8}"/>
              </a:ext>
            </a:extLst>
          </p:cNvPr>
          <p:cNvCxnSpPr>
            <a:cxnSpLocks/>
            <a:stCxn id="130" idx="5"/>
          </p:cNvCxnSpPr>
          <p:nvPr/>
        </p:nvCxnSpPr>
        <p:spPr bwMode="gray">
          <a:xfrm>
            <a:off x="4467111" y="3764250"/>
            <a:ext cx="89185" cy="6096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Oval 122">
            <a:extLst>
              <a:ext uri="{FF2B5EF4-FFF2-40B4-BE49-F238E27FC236}">
                <a16:creationId xmlns:a16="http://schemas.microsoft.com/office/drawing/2014/main" id="{F57ED4E7-A381-6F51-9280-80CD9C0AAEDC}"/>
              </a:ext>
            </a:extLst>
          </p:cNvPr>
          <p:cNvSpPr/>
          <p:nvPr/>
        </p:nvSpPr>
        <p:spPr bwMode="gray">
          <a:xfrm>
            <a:off x="5783151" y="357986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P</a:t>
            </a: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56F640A0-D169-FCF8-8E78-2049E9D00E1B}"/>
              </a:ext>
            </a:extLst>
          </p:cNvPr>
          <p:cNvCxnSpPr>
            <a:cxnSpLocks/>
            <a:stCxn id="123" idx="3"/>
          </p:cNvCxnSpPr>
          <p:nvPr/>
        </p:nvCxnSpPr>
        <p:spPr bwMode="gray">
          <a:xfrm flipH="1">
            <a:off x="5736531" y="3764250"/>
            <a:ext cx="78256" cy="1177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DD796236-0C3F-76CF-E680-D62557B3DB2A}"/>
              </a:ext>
            </a:extLst>
          </p:cNvPr>
          <p:cNvCxnSpPr>
            <a:cxnSpLocks/>
            <a:stCxn id="123" idx="5"/>
          </p:cNvCxnSpPr>
          <p:nvPr/>
        </p:nvCxnSpPr>
        <p:spPr bwMode="gray">
          <a:xfrm>
            <a:off x="5967539" y="3764250"/>
            <a:ext cx="73957" cy="1177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57D3D73A-9D1E-B868-4E55-92CD4A2414B0}"/>
              </a:ext>
            </a:extLst>
          </p:cNvPr>
          <p:cNvCxnSpPr>
            <a:cxnSpLocks/>
            <a:stCxn id="135" idx="5"/>
          </p:cNvCxnSpPr>
          <p:nvPr/>
        </p:nvCxnSpPr>
        <p:spPr bwMode="gray">
          <a:xfrm>
            <a:off x="6649775" y="3764250"/>
            <a:ext cx="67601" cy="918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Oval 126">
            <a:extLst>
              <a:ext uri="{FF2B5EF4-FFF2-40B4-BE49-F238E27FC236}">
                <a16:creationId xmlns:a16="http://schemas.microsoft.com/office/drawing/2014/main" id="{414EB306-3D13-25BC-DFCB-4EFDC44B6BBC}"/>
              </a:ext>
            </a:extLst>
          </p:cNvPr>
          <p:cNvSpPr/>
          <p:nvPr/>
        </p:nvSpPr>
        <p:spPr bwMode="gray">
          <a:xfrm>
            <a:off x="4958371" y="321982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J</a:t>
            </a:r>
          </a:p>
        </p:txBody>
      </p: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F04F9D05-522A-CD25-25AC-C8A5B4582B69}"/>
              </a:ext>
            </a:extLst>
          </p:cNvPr>
          <p:cNvCxnSpPr>
            <a:cxnSpLocks/>
            <a:stCxn id="127" idx="2"/>
            <a:endCxn id="129" idx="6"/>
          </p:cNvCxnSpPr>
          <p:nvPr/>
        </p:nvCxnSpPr>
        <p:spPr bwMode="gray">
          <a:xfrm flipH="1">
            <a:off x="4786779" y="3327834"/>
            <a:ext cx="17159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Oval 128">
            <a:extLst>
              <a:ext uri="{FF2B5EF4-FFF2-40B4-BE49-F238E27FC236}">
                <a16:creationId xmlns:a16="http://schemas.microsoft.com/office/drawing/2014/main" id="{DE58DABA-AF67-2484-8027-1C1FCFDF2CF6}"/>
              </a:ext>
            </a:extLst>
          </p:cNvPr>
          <p:cNvSpPr/>
          <p:nvPr/>
        </p:nvSpPr>
        <p:spPr bwMode="gray">
          <a:xfrm>
            <a:off x="4570755" y="321982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ABDE7D02-8A1B-23A8-7540-E4C6DAFB4392}"/>
              </a:ext>
            </a:extLst>
          </p:cNvPr>
          <p:cNvSpPr/>
          <p:nvPr/>
        </p:nvSpPr>
        <p:spPr bwMode="gray">
          <a:xfrm>
            <a:off x="4282723" y="357986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C4837449-9384-0A1B-CAA7-9E5239861A90}"/>
              </a:ext>
            </a:extLst>
          </p:cNvPr>
          <p:cNvCxnSpPr>
            <a:cxnSpLocks/>
            <a:stCxn id="130" idx="2"/>
            <a:endCxn id="132" idx="6"/>
          </p:cNvCxnSpPr>
          <p:nvPr/>
        </p:nvCxnSpPr>
        <p:spPr bwMode="gray">
          <a:xfrm flipH="1">
            <a:off x="4122882" y="3687874"/>
            <a:ext cx="15984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Oval 131">
            <a:extLst>
              <a:ext uri="{FF2B5EF4-FFF2-40B4-BE49-F238E27FC236}">
                <a16:creationId xmlns:a16="http://schemas.microsoft.com/office/drawing/2014/main" id="{2551BEB6-5674-7DF6-B533-3D5ADAAFB59E}"/>
              </a:ext>
            </a:extLst>
          </p:cNvPr>
          <p:cNvSpPr/>
          <p:nvPr/>
        </p:nvSpPr>
        <p:spPr bwMode="gray">
          <a:xfrm>
            <a:off x="3923456" y="3579862"/>
            <a:ext cx="199426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70F5A4B7-107E-5E93-9FF7-E469F9BDF1C7}"/>
              </a:ext>
            </a:extLst>
          </p:cNvPr>
          <p:cNvCxnSpPr>
            <a:cxnSpLocks/>
            <a:stCxn id="132" idx="3"/>
          </p:cNvCxnSpPr>
          <p:nvPr/>
        </p:nvCxnSpPr>
        <p:spPr bwMode="gray">
          <a:xfrm flipH="1">
            <a:off x="3897249" y="3764250"/>
            <a:ext cx="55412" cy="658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C08F8985-49FC-DCEC-B9AE-0ABC33BAD61B}"/>
              </a:ext>
            </a:extLst>
          </p:cNvPr>
          <p:cNvCxnSpPr>
            <a:cxnSpLocks/>
            <a:stCxn id="132" idx="5"/>
          </p:cNvCxnSpPr>
          <p:nvPr/>
        </p:nvCxnSpPr>
        <p:spPr bwMode="gray">
          <a:xfrm>
            <a:off x="4093677" y="3764250"/>
            <a:ext cx="55412" cy="658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Oval 134">
            <a:extLst>
              <a:ext uri="{FF2B5EF4-FFF2-40B4-BE49-F238E27FC236}">
                <a16:creationId xmlns:a16="http://schemas.microsoft.com/office/drawing/2014/main" id="{63E6347F-0089-D413-214A-AA5C90C70E21}"/>
              </a:ext>
            </a:extLst>
          </p:cNvPr>
          <p:cNvSpPr/>
          <p:nvPr/>
        </p:nvSpPr>
        <p:spPr bwMode="gray">
          <a:xfrm>
            <a:off x="6465387" y="357986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X</a:t>
            </a:r>
          </a:p>
        </p:txBody>
      </p: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E6F3A8C2-B7CC-EEFA-162D-74CC5FF5C372}"/>
              </a:ext>
            </a:extLst>
          </p:cNvPr>
          <p:cNvCxnSpPr>
            <a:cxnSpLocks/>
            <a:stCxn id="135" idx="2"/>
            <a:endCxn id="137" idx="6"/>
          </p:cNvCxnSpPr>
          <p:nvPr/>
        </p:nvCxnSpPr>
        <p:spPr bwMode="gray">
          <a:xfrm flipH="1">
            <a:off x="6360976" y="3687874"/>
            <a:ext cx="10441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Oval 136">
            <a:extLst>
              <a:ext uri="{FF2B5EF4-FFF2-40B4-BE49-F238E27FC236}">
                <a16:creationId xmlns:a16="http://schemas.microsoft.com/office/drawing/2014/main" id="{7EB600F1-6967-B424-4DC4-2F8639ED3268}"/>
              </a:ext>
            </a:extLst>
          </p:cNvPr>
          <p:cNvSpPr/>
          <p:nvPr/>
        </p:nvSpPr>
        <p:spPr bwMode="gray">
          <a:xfrm>
            <a:off x="6144952" y="357986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S</a:t>
            </a:r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F131FFB2-18B1-00A5-6252-CA060AB46270}"/>
              </a:ext>
            </a:extLst>
          </p:cNvPr>
          <p:cNvCxnSpPr>
            <a:cxnSpLocks/>
            <a:stCxn id="137" idx="3"/>
          </p:cNvCxnSpPr>
          <p:nvPr/>
        </p:nvCxnSpPr>
        <p:spPr bwMode="gray">
          <a:xfrm flipH="1">
            <a:off x="6113366" y="3764250"/>
            <a:ext cx="63222" cy="12625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B056218B-5BEB-9334-A61F-E262F3826CD2}"/>
              </a:ext>
            </a:extLst>
          </p:cNvPr>
          <p:cNvCxnSpPr>
            <a:cxnSpLocks/>
            <a:stCxn id="137" idx="5"/>
          </p:cNvCxnSpPr>
          <p:nvPr/>
        </p:nvCxnSpPr>
        <p:spPr bwMode="gray">
          <a:xfrm>
            <a:off x="6329340" y="3764250"/>
            <a:ext cx="63222" cy="12625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712248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500"/>
                            </p:stCondLst>
                            <p:childTnLst>
                              <p:par>
                                <p:cTn id="16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4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000"/>
                            </p:stCondLst>
                            <p:childTnLst>
                              <p:par>
                                <p:cTn id="16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9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2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5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4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9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2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73" grpId="0" animBg="1"/>
      <p:bldP spid="74" grpId="0" animBg="1"/>
      <p:bldP spid="75" grpId="0" animBg="1"/>
      <p:bldP spid="88" grpId="0" animBg="1"/>
      <p:bldP spid="92" grpId="0" animBg="1"/>
      <p:bldP spid="94" grpId="0" animBg="1"/>
      <p:bldP spid="95" grpId="0" animBg="1"/>
      <p:bldP spid="97" grpId="0" animBg="1"/>
      <p:bldP spid="100" grpId="0" animBg="1"/>
      <p:bldP spid="102" grpId="0" animBg="1"/>
      <p:bldP spid="107" grpId="0" animBg="1"/>
      <p:bldP spid="108" grpId="0" animBg="1"/>
      <p:bldP spid="109" grpId="0" animBg="1"/>
      <p:bldP spid="110" grpId="0" animBg="1"/>
      <p:bldP spid="123" grpId="0" animBg="1"/>
      <p:bldP spid="127" grpId="0" animBg="1"/>
      <p:bldP spid="129" grpId="0" animBg="1"/>
      <p:bldP spid="130" grpId="0" animBg="1"/>
      <p:bldP spid="132" grpId="0" animBg="1"/>
      <p:bldP spid="135" grpId="0" animBg="1"/>
      <p:bldP spid="13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A092A66-AA2A-5C7B-0E24-B599BA64AF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6877051" cy="827857"/>
          </a:xfrm>
        </p:spPr>
        <p:txBody>
          <a:bodyPr/>
          <a:lstStyle/>
          <a:p>
            <a:r>
              <a:rPr lang="de-DE" b="1" dirty="0"/>
              <a:t>Beobachtungen</a:t>
            </a:r>
            <a:r>
              <a:rPr lang="de-DE" dirty="0"/>
              <a:t>: </a:t>
            </a:r>
          </a:p>
          <a:p>
            <a:pPr marL="611187" lvl="1" indent="-342900">
              <a:buFont typeface="+mj-lt"/>
              <a:buAutoNum type="arabicPeriod"/>
            </a:pPr>
            <a:r>
              <a:rPr lang="de-DE" sz="1200" dirty="0"/>
              <a:t>Suche ist identisch zu normalen Suchbäumen!</a:t>
            </a:r>
          </a:p>
          <a:p>
            <a:pPr marL="611187" lvl="1" indent="-342900">
              <a:buFont typeface="+mj-lt"/>
              <a:buAutoNum type="arabicPeriod"/>
            </a:pPr>
            <a:r>
              <a:rPr lang="de-DE" sz="1200" dirty="0"/>
              <a:t>Farbe der Kante kann eindeutig in Farbe des </a:t>
            </a:r>
            <a:r>
              <a:rPr lang="de-DE" sz="1200" dirty="0" err="1"/>
              <a:t>Kindknotens</a:t>
            </a:r>
            <a:r>
              <a:rPr lang="de-DE" sz="1200" dirty="0"/>
              <a:t> kodiert werden!</a:t>
            </a:r>
          </a:p>
          <a:p>
            <a:pPr marL="0" indent="0">
              <a:buNone/>
            </a:pPr>
            <a:endParaRPr lang="de-DE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5651C97-0B83-FCF5-9AE0-0B5421154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Links-neigende Rot-Schwarz Bäume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415DA6B3-4498-B78A-57F5-3D7E67ABBB5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43424" y="2067694"/>
            <a:ext cx="3380730" cy="19445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1DD2F2ED-9EEB-D5AB-F6FB-8C1F18FA8EF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9552" y="2067694"/>
            <a:ext cx="3623096" cy="28803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252F66-839A-4A60-B026-114A83118A1F}"/>
              </a:ext>
            </a:extLst>
          </p:cNvPr>
          <p:cNvSpPr txBox="1"/>
          <p:nvPr/>
        </p:nvSpPr>
        <p:spPr bwMode="gray">
          <a:xfrm>
            <a:off x="5227562" y="4026880"/>
            <a:ext cx="161245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200" b="1" dirty="0">
                <a:hlinkClick r:id="rId4"/>
              </a:rPr>
              <a:t>redblack_bst.h</a:t>
            </a:r>
            <a:endParaRPr lang="en-DE" sz="1200" b="1" dirty="0"/>
          </a:p>
        </p:txBody>
      </p:sp>
    </p:spTree>
    <p:extLst>
      <p:ext uri="{BB962C8B-B14F-4D97-AF65-F5344CB8AC3E}">
        <p14:creationId xmlns:p14="http://schemas.microsoft.com/office/powerpoint/2010/main" val="286617136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4678B4-DF40-5B80-AF39-914C7D62BA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7351539" cy="3795662"/>
          </a:xfrm>
        </p:spPr>
        <p:txBody>
          <a:bodyPr/>
          <a:lstStyle/>
          <a:p>
            <a:r>
              <a:rPr lang="de-DE" b="1" dirty="0"/>
              <a:t>Grundlegende Strategie</a:t>
            </a:r>
            <a:r>
              <a:rPr lang="de-DE" dirty="0"/>
              <a:t>: Erhalte die 1-1 Korrespondenz mit 2-3 Bäumen!</a:t>
            </a:r>
          </a:p>
          <a:p>
            <a:r>
              <a:rPr lang="de-DE" b="1" dirty="0"/>
              <a:t>Konkret:</a:t>
            </a:r>
          </a:p>
          <a:p>
            <a:pPr lvl="1"/>
            <a:r>
              <a:rPr lang="de-DE" sz="1200" b="1" dirty="0"/>
              <a:t>Symmetrische Ordnung</a:t>
            </a:r>
            <a:r>
              <a:rPr lang="de-DE" sz="1200" dirty="0"/>
              <a:t>: Alle Knoten bleiben in der richtigen Reihenfolge</a:t>
            </a:r>
          </a:p>
          <a:p>
            <a:pPr lvl="1"/>
            <a:r>
              <a:rPr lang="de-DE" sz="1200" b="1" dirty="0"/>
              <a:t>Perfekte Balance</a:t>
            </a:r>
            <a:r>
              <a:rPr lang="de-DE" sz="1200" dirty="0"/>
              <a:t>: Jeder Pfad von der Wurzel zu null links hat die gleiche Anzahl schwarzer Kanten</a:t>
            </a:r>
          </a:p>
          <a:p>
            <a:r>
              <a:rPr lang="de-DE" b="1" dirty="0"/>
              <a:t>Problemfälle</a:t>
            </a:r>
            <a:r>
              <a:rPr lang="de-DE" dirty="0"/>
              <a:t>: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b="1" dirty="0"/>
              <a:t>Lösung</a:t>
            </a:r>
            <a:r>
              <a:rPr lang="de-DE" dirty="0"/>
              <a:t>: Anwendung von elementaren Operationen </a:t>
            </a:r>
            <a:r>
              <a:rPr lang="de-DE" b="1" dirty="0"/>
              <a:t>Rotation</a:t>
            </a:r>
            <a:r>
              <a:rPr lang="de-DE" dirty="0"/>
              <a:t> und </a:t>
            </a:r>
            <a:r>
              <a:rPr lang="de-DE" b="1" dirty="0"/>
              <a:t>Farbwechsel</a:t>
            </a:r>
          </a:p>
          <a:p>
            <a:pPr lvl="1"/>
            <a:endParaRPr lang="de-DE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8CB0E1-A80B-7BD0-E1C5-560E076E7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Links-neigende Rot-Schwarz Bäume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Put</a:t>
            </a:r>
            <a:endParaRPr lang="en-US" dirty="0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DA142F0C-3E8A-BA80-7AD2-CABA0AC602FB}"/>
              </a:ext>
            </a:extLst>
          </p:cNvPr>
          <p:cNvGrpSpPr/>
          <p:nvPr/>
        </p:nvGrpSpPr>
        <p:grpSpPr>
          <a:xfrm>
            <a:off x="1187624" y="3218505"/>
            <a:ext cx="834489" cy="674928"/>
            <a:chOff x="1187624" y="3147814"/>
            <a:chExt cx="834489" cy="674928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2961C62-4BA0-2405-F9EC-4E893479E27F}"/>
                </a:ext>
              </a:extLst>
            </p:cNvPr>
            <p:cNvSpPr/>
            <p:nvPr/>
          </p:nvSpPr>
          <p:spPr bwMode="gray">
            <a:xfrm>
              <a:off x="1490320" y="3264736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E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BEF8CAE-A07B-3B36-4DDA-CD47074C7DC3}"/>
                </a:ext>
              </a:extLst>
            </p:cNvPr>
            <p:cNvCxnSpPr>
              <a:cxnSpLocks/>
              <a:endCxn id="5" idx="1"/>
            </p:cNvCxnSpPr>
            <p:nvPr/>
          </p:nvCxnSpPr>
          <p:spPr bwMode="gray">
            <a:xfrm>
              <a:off x="1403648" y="3147814"/>
              <a:ext cx="118308" cy="148558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F907EE3-48F1-D2DF-15D8-C793AD5053E1}"/>
                </a:ext>
              </a:extLst>
            </p:cNvPr>
            <p:cNvCxnSpPr>
              <a:cxnSpLocks/>
              <a:stCxn id="5" idx="3"/>
              <a:endCxn id="9" idx="7"/>
            </p:cNvCxnSpPr>
            <p:nvPr/>
          </p:nvCxnSpPr>
          <p:spPr bwMode="gray">
            <a:xfrm flipH="1">
              <a:off x="1433685" y="3449124"/>
              <a:ext cx="88271" cy="1019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201FD15-AB29-E06F-56D6-F31699E30300}"/>
                </a:ext>
              </a:extLst>
            </p:cNvPr>
            <p:cNvCxnSpPr>
              <a:cxnSpLocks/>
              <a:stCxn id="5" idx="5"/>
              <a:endCxn id="15" idx="1"/>
            </p:cNvCxnSpPr>
            <p:nvPr/>
          </p:nvCxnSpPr>
          <p:spPr bwMode="gray">
            <a:xfrm>
              <a:off x="1674708" y="3449124"/>
              <a:ext cx="94908" cy="1019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1FC718C-1863-EA78-DA60-024A08DD9AEB}"/>
                </a:ext>
              </a:extLst>
            </p:cNvPr>
            <p:cNvSpPr/>
            <p:nvPr/>
          </p:nvSpPr>
          <p:spPr bwMode="gray">
            <a:xfrm>
              <a:off x="1249297" y="3519395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4E01EAB-AA28-3714-C1D1-EAA305C7AD36}"/>
                </a:ext>
              </a:extLst>
            </p:cNvPr>
            <p:cNvCxnSpPr>
              <a:cxnSpLocks/>
              <a:stCxn id="9" idx="3"/>
            </p:cNvCxnSpPr>
            <p:nvPr/>
          </p:nvCxnSpPr>
          <p:spPr bwMode="gray">
            <a:xfrm flipH="1">
              <a:off x="1187624" y="3703783"/>
              <a:ext cx="93309" cy="11649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0CDB91E-A7A7-4B9B-BB82-9DECE542DB78}"/>
                </a:ext>
              </a:extLst>
            </p:cNvPr>
            <p:cNvCxnSpPr>
              <a:cxnSpLocks/>
              <a:stCxn id="9" idx="5"/>
            </p:cNvCxnSpPr>
            <p:nvPr/>
          </p:nvCxnSpPr>
          <p:spPr bwMode="gray">
            <a:xfrm>
              <a:off x="1433685" y="3703783"/>
              <a:ext cx="99745" cy="11895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3026422-0C49-7B79-6C3A-3A68595766D8}"/>
                </a:ext>
              </a:extLst>
            </p:cNvPr>
            <p:cNvSpPr/>
            <p:nvPr/>
          </p:nvSpPr>
          <p:spPr bwMode="gray">
            <a:xfrm>
              <a:off x="1737980" y="3519395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S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60EF335-92AC-C495-46D0-59338BB3708A}"/>
                </a:ext>
              </a:extLst>
            </p:cNvPr>
            <p:cNvCxnSpPr>
              <a:cxnSpLocks/>
              <a:stCxn id="15" idx="3"/>
            </p:cNvCxnSpPr>
            <p:nvPr/>
          </p:nvCxnSpPr>
          <p:spPr bwMode="gray">
            <a:xfrm flipH="1">
              <a:off x="1676307" y="3703783"/>
              <a:ext cx="93309" cy="11649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8664DF7-5AAD-0FD9-7F4D-C46E9ED4589D}"/>
                </a:ext>
              </a:extLst>
            </p:cNvPr>
            <p:cNvCxnSpPr>
              <a:cxnSpLocks/>
              <a:stCxn id="15" idx="5"/>
            </p:cNvCxnSpPr>
            <p:nvPr/>
          </p:nvCxnSpPr>
          <p:spPr bwMode="gray">
            <a:xfrm>
              <a:off x="1922368" y="3703783"/>
              <a:ext cx="99745" cy="11895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B2CC43FE-1607-0777-AF81-5FD39A714990}"/>
              </a:ext>
            </a:extLst>
          </p:cNvPr>
          <p:cNvGrpSpPr/>
          <p:nvPr/>
        </p:nvGrpSpPr>
        <p:grpSpPr>
          <a:xfrm>
            <a:off x="2841135" y="3233305"/>
            <a:ext cx="834489" cy="645329"/>
            <a:chOff x="2588058" y="3145777"/>
            <a:chExt cx="834489" cy="645329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D3BDF47-506A-A499-12B9-A1F6C769D2B8}"/>
                </a:ext>
              </a:extLst>
            </p:cNvPr>
            <p:cNvSpPr/>
            <p:nvPr/>
          </p:nvSpPr>
          <p:spPr bwMode="gray">
            <a:xfrm>
              <a:off x="2890754" y="323310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E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05F71DE-BCB6-AD69-BAD2-25BE7F877ADB}"/>
                </a:ext>
              </a:extLst>
            </p:cNvPr>
            <p:cNvCxnSpPr>
              <a:cxnSpLocks/>
              <a:endCxn id="23" idx="7"/>
            </p:cNvCxnSpPr>
            <p:nvPr/>
          </p:nvCxnSpPr>
          <p:spPr bwMode="gray">
            <a:xfrm flipH="1">
              <a:off x="3075142" y="3145777"/>
              <a:ext cx="94908" cy="11895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2E61FEA-24B7-C19A-396B-069219662F11}"/>
                </a:ext>
              </a:extLst>
            </p:cNvPr>
            <p:cNvCxnSpPr>
              <a:cxnSpLocks/>
              <a:stCxn id="23" idx="3"/>
              <a:endCxn id="27" idx="7"/>
            </p:cNvCxnSpPr>
            <p:nvPr/>
          </p:nvCxnSpPr>
          <p:spPr bwMode="gray">
            <a:xfrm flipH="1">
              <a:off x="2834119" y="3417488"/>
              <a:ext cx="88271" cy="10190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F9840FB-B796-5C2E-75B0-E245E47ED583}"/>
                </a:ext>
              </a:extLst>
            </p:cNvPr>
            <p:cNvCxnSpPr>
              <a:cxnSpLocks/>
              <a:stCxn id="23" idx="5"/>
              <a:endCxn id="30" idx="1"/>
            </p:cNvCxnSpPr>
            <p:nvPr/>
          </p:nvCxnSpPr>
          <p:spPr bwMode="gray">
            <a:xfrm>
              <a:off x="3075142" y="3417488"/>
              <a:ext cx="94908" cy="10190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A3ADF388-E768-49A0-E60B-F84F7064EBBD}"/>
                </a:ext>
              </a:extLst>
            </p:cNvPr>
            <p:cNvSpPr/>
            <p:nvPr/>
          </p:nvSpPr>
          <p:spPr bwMode="gray">
            <a:xfrm>
              <a:off x="2649731" y="3487759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BF83AE2-412B-6021-5591-81CAB4D286C7}"/>
                </a:ext>
              </a:extLst>
            </p:cNvPr>
            <p:cNvCxnSpPr>
              <a:cxnSpLocks/>
              <a:stCxn id="27" idx="3"/>
            </p:cNvCxnSpPr>
            <p:nvPr/>
          </p:nvCxnSpPr>
          <p:spPr bwMode="gray">
            <a:xfrm flipH="1">
              <a:off x="2588058" y="3672147"/>
              <a:ext cx="93309" cy="11649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8DB84D6-8172-FE8F-01BD-95CAF5A73923}"/>
                </a:ext>
              </a:extLst>
            </p:cNvPr>
            <p:cNvCxnSpPr>
              <a:cxnSpLocks/>
              <a:stCxn id="27" idx="5"/>
            </p:cNvCxnSpPr>
            <p:nvPr/>
          </p:nvCxnSpPr>
          <p:spPr bwMode="gray">
            <a:xfrm>
              <a:off x="2834119" y="3672147"/>
              <a:ext cx="99745" cy="11895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F4B0B4B-859C-5791-8975-9B03624442F2}"/>
                </a:ext>
              </a:extLst>
            </p:cNvPr>
            <p:cNvSpPr/>
            <p:nvPr/>
          </p:nvSpPr>
          <p:spPr bwMode="gray">
            <a:xfrm>
              <a:off x="3138414" y="3487759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S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15816C5-9E1C-BBD4-52F6-9A9BE2ED5BA1}"/>
                </a:ext>
              </a:extLst>
            </p:cNvPr>
            <p:cNvCxnSpPr>
              <a:cxnSpLocks/>
              <a:stCxn id="30" idx="3"/>
            </p:cNvCxnSpPr>
            <p:nvPr/>
          </p:nvCxnSpPr>
          <p:spPr bwMode="gray">
            <a:xfrm flipH="1">
              <a:off x="3076741" y="3672147"/>
              <a:ext cx="93309" cy="11649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6BD51C-3CB1-D320-2097-8D43C8EF3AC7}"/>
                </a:ext>
              </a:extLst>
            </p:cNvPr>
            <p:cNvCxnSpPr>
              <a:cxnSpLocks/>
              <a:stCxn id="30" idx="5"/>
            </p:cNvCxnSpPr>
            <p:nvPr/>
          </p:nvCxnSpPr>
          <p:spPr bwMode="gray">
            <a:xfrm>
              <a:off x="3322802" y="3672147"/>
              <a:ext cx="99745" cy="11895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63ABEC3A-B636-DE93-F40D-6C306B973D38}"/>
              </a:ext>
            </a:extLst>
          </p:cNvPr>
          <p:cNvGrpSpPr/>
          <p:nvPr/>
        </p:nvGrpSpPr>
        <p:grpSpPr>
          <a:xfrm>
            <a:off x="4494646" y="3146795"/>
            <a:ext cx="834709" cy="818348"/>
            <a:chOff x="3798716" y="3147814"/>
            <a:chExt cx="834709" cy="818348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A9C22B43-95BF-5C36-1716-2BFBB7E52206}"/>
                </a:ext>
              </a:extLst>
            </p:cNvPr>
            <p:cNvSpPr/>
            <p:nvPr/>
          </p:nvSpPr>
          <p:spPr bwMode="gray">
            <a:xfrm>
              <a:off x="4101412" y="3408156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E</a:t>
              </a: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E8AD8F-489E-7A6B-5C4C-040377CF81CA}"/>
                </a:ext>
              </a:extLst>
            </p:cNvPr>
            <p:cNvCxnSpPr>
              <a:cxnSpLocks/>
              <a:stCxn id="46" idx="3"/>
              <a:endCxn id="50" idx="7"/>
            </p:cNvCxnSpPr>
            <p:nvPr/>
          </p:nvCxnSpPr>
          <p:spPr bwMode="gray">
            <a:xfrm flipH="1">
              <a:off x="4044777" y="3592544"/>
              <a:ext cx="88271" cy="10190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6744A92A-519F-4056-DEE5-855EE591D016}"/>
                </a:ext>
              </a:extLst>
            </p:cNvPr>
            <p:cNvCxnSpPr>
              <a:cxnSpLocks/>
              <a:stCxn id="46" idx="5"/>
            </p:cNvCxnSpPr>
            <p:nvPr/>
          </p:nvCxnSpPr>
          <p:spPr bwMode="gray">
            <a:xfrm>
              <a:off x="4285800" y="3592544"/>
              <a:ext cx="106653" cy="12945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6094C13F-FA6D-5ACE-2121-82BE298E9F2C}"/>
                </a:ext>
              </a:extLst>
            </p:cNvPr>
            <p:cNvSpPr/>
            <p:nvPr/>
          </p:nvSpPr>
          <p:spPr bwMode="gray">
            <a:xfrm>
              <a:off x="3860389" y="3662815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CEEB6E40-9A4C-0A03-DAFE-E5092D533878}"/>
                </a:ext>
              </a:extLst>
            </p:cNvPr>
            <p:cNvCxnSpPr>
              <a:cxnSpLocks/>
              <a:stCxn id="50" idx="3"/>
            </p:cNvCxnSpPr>
            <p:nvPr/>
          </p:nvCxnSpPr>
          <p:spPr bwMode="gray">
            <a:xfrm flipH="1">
              <a:off x="3798716" y="3847203"/>
              <a:ext cx="93309" cy="11649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7D1732E3-6BBB-17D3-EAA4-53541414108E}"/>
                </a:ext>
              </a:extLst>
            </p:cNvPr>
            <p:cNvCxnSpPr>
              <a:cxnSpLocks/>
              <a:stCxn id="50" idx="5"/>
            </p:cNvCxnSpPr>
            <p:nvPr/>
          </p:nvCxnSpPr>
          <p:spPr bwMode="gray">
            <a:xfrm>
              <a:off x="4044777" y="3847203"/>
              <a:ext cx="99745" cy="11895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4F12682-11A0-6E18-DBF2-CEC1F1196E5C}"/>
                </a:ext>
              </a:extLst>
            </p:cNvPr>
            <p:cNvSpPr/>
            <p:nvPr/>
          </p:nvSpPr>
          <p:spPr bwMode="gray">
            <a:xfrm>
              <a:off x="4349292" y="3147814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S</a:t>
              </a:r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7502066-E2E3-61DE-E8A0-CDF5F37D03ED}"/>
                </a:ext>
              </a:extLst>
            </p:cNvPr>
            <p:cNvCxnSpPr>
              <a:cxnSpLocks/>
              <a:stCxn id="53" idx="3"/>
              <a:endCxn id="46" idx="7"/>
            </p:cNvCxnSpPr>
            <p:nvPr/>
          </p:nvCxnSpPr>
          <p:spPr bwMode="gray">
            <a:xfrm flipH="1">
              <a:off x="4285800" y="3332202"/>
              <a:ext cx="95128" cy="10759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D76EF8D0-1D95-CAD0-172A-7F416A4505C0}"/>
                </a:ext>
              </a:extLst>
            </p:cNvPr>
            <p:cNvCxnSpPr>
              <a:cxnSpLocks/>
              <a:stCxn id="53" idx="5"/>
            </p:cNvCxnSpPr>
            <p:nvPr/>
          </p:nvCxnSpPr>
          <p:spPr bwMode="gray">
            <a:xfrm>
              <a:off x="4533680" y="3332202"/>
              <a:ext cx="99745" cy="11895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12B64D2-06EA-308A-79CF-3866785C4C28}"/>
              </a:ext>
            </a:extLst>
          </p:cNvPr>
          <p:cNvGrpSpPr/>
          <p:nvPr/>
        </p:nvGrpSpPr>
        <p:grpSpPr>
          <a:xfrm>
            <a:off x="6148378" y="3148026"/>
            <a:ext cx="583862" cy="815887"/>
            <a:chOff x="5212274" y="3147814"/>
            <a:chExt cx="583862" cy="815887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7D4E032E-251F-8043-81C9-6615ED5589EE}"/>
                </a:ext>
              </a:extLst>
            </p:cNvPr>
            <p:cNvSpPr/>
            <p:nvPr/>
          </p:nvSpPr>
          <p:spPr bwMode="gray">
            <a:xfrm>
              <a:off x="5280434" y="3408156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6534EE84-514F-985C-4775-14E699D0B2ED}"/>
                </a:ext>
              </a:extLst>
            </p:cNvPr>
            <p:cNvCxnSpPr>
              <a:cxnSpLocks/>
              <a:stCxn id="68" idx="3"/>
            </p:cNvCxnSpPr>
            <p:nvPr/>
          </p:nvCxnSpPr>
          <p:spPr bwMode="gray">
            <a:xfrm flipH="1">
              <a:off x="5212274" y="3592544"/>
              <a:ext cx="99796" cy="12945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91BFE131-728C-0155-6AD8-0A10BD1E06FE}"/>
                </a:ext>
              </a:extLst>
            </p:cNvPr>
            <p:cNvCxnSpPr>
              <a:cxnSpLocks/>
              <a:stCxn id="68" idx="5"/>
              <a:endCxn id="71" idx="1"/>
            </p:cNvCxnSpPr>
            <p:nvPr/>
          </p:nvCxnSpPr>
          <p:spPr bwMode="gray">
            <a:xfrm>
              <a:off x="5464822" y="3592544"/>
              <a:ext cx="95128" cy="10190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CCE8AD1A-13BB-701B-00A9-829D91BD2956}"/>
                </a:ext>
              </a:extLst>
            </p:cNvPr>
            <p:cNvSpPr/>
            <p:nvPr/>
          </p:nvSpPr>
          <p:spPr bwMode="gray">
            <a:xfrm>
              <a:off x="5528314" y="3662815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E</a:t>
              </a:r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69998A48-130D-1D1A-86B5-F20A4B924B67}"/>
                </a:ext>
              </a:extLst>
            </p:cNvPr>
            <p:cNvCxnSpPr>
              <a:cxnSpLocks/>
              <a:stCxn id="71" idx="3"/>
            </p:cNvCxnSpPr>
            <p:nvPr/>
          </p:nvCxnSpPr>
          <p:spPr bwMode="gray">
            <a:xfrm flipH="1">
              <a:off x="5476516" y="3847203"/>
              <a:ext cx="83434" cy="11649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D75DD518-C415-25AE-4286-5B72DA20B1E6}"/>
                </a:ext>
              </a:extLst>
            </p:cNvPr>
            <p:cNvCxnSpPr>
              <a:cxnSpLocks/>
              <a:stCxn id="71" idx="5"/>
            </p:cNvCxnSpPr>
            <p:nvPr/>
          </p:nvCxnSpPr>
          <p:spPr bwMode="gray">
            <a:xfrm>
              <a:off x="5712702" y="3847203"/>
              <a:ext cx="83434" cy="1019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63337DB8-9B4D-5870-DFB4-64622DEC36D7}"/>
                </a:ext>
              </a:extLst>
            </p:cNvPr>
            <p:cNvSpPr/>
            <p:nvPr/>
          </p:nvSpPr>
          <p:spPr bwMode="gray">
            <a:xfrm>
              <a:off x="5528314" y="3147814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S</a:t>
              </a:r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6B1048FB-8A60-881E-F950-8FE406C41609}"/>
                </a:ext>
              </a:extLst>
            </p:cNvPr>
            <p:cNvCxnSpPr>
              <a:cxnSpLocks/>
              <a:stCxn id="74" idx="3"/>
              <a:endCxn id="68" idx="7"/>
            </p:cNvCxnSpPr>
            <p:nvPr/>
          </p:nvCxnSpPr>
          <p:spPr bwMode="gray">
            <a:xfrm flipH="1">
              <a:off x="5464822" y="3332202"/>
              <a:ext cx="95128" cy="10759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C46E61B2-17A3-29AF-F3B3-9D60EAE56597}"/>
                </a:ext>
              </a:extLst>
            </p:cNvPr>
            <p:cNvCxnSpPr>
              <a:cxnSpLocks/>
              <a:stCxn id="74" idx="5"/>
            </p:cNvCxnSpPr>
            <p:nvPr/>
          </p:nvCxnSpPr>
          <p:spPr bwMode="gray">
            <a:xfrm>
              <a:off x="5712702" y="3332202"/>
              <a:ext cx="83434" cy="1019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8BC0D206-1C53-81F9-9B6F-1AF1D7A251B2}"/>
              </a:ext>
            </a:extLst>
          </p:cNvPr>
          <p:cNvSpPr txBox="1"/>
          <p:nvPr/>
        </p:nvSpPr>
        <p:spPr bwMode="gray">
          <a:xfrm>
            <a:off x="1094276" y="3996993"/>
            <a:ext cx="1008112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000" dirty="0">
                <a:solidFill>
                  <a:srgbClr val="C00000"/>
                </a:solidFill>
              </a:rPr>
              <a:t>Rechts-neigende rote Kante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A71B64C-B277-DA97-404F-FE4A32CA5BF2}"/>
              </a:ext>
            </a:extLst>
          </p:cNvPr>
          <p:cNvSpPr txBox="1"/>
          <p:nvPr/>
        </p:nvSpPr>
        <p:spPr bwMode="gray">
          <a:xfrm>
            <a:off x="2871617" y="3989050"/>
            <a:ext cx="1008112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000" dirty="0">
                <a:solidFill>
                  <a:srgbClr val="C00000"/>
                </a:solidFill>
              </a:rPr>
              <a:t>Zwei rote Kanten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044F062-2464-E84F-8CA4-BE155485501B}"/>
              </a:ext>
            </a:extLst>
          </p:cNvPr>
          <p:cNvSpPr txBox="1"/>
          <p:nvPr/>
        </p:nvSpPr>
        <p:spPr bwMode="gray">
          <a:xfrm>
            <a:off x="4525238" y="3993640"/>
            <a:ext cx="1008112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000" dirty="0">
                <a:solidFill>
                  <a:srgbClr val="C00000"/>
                </a:solidFill>
              </a:rPr>
              <a:t>Links-Links Rote Kanten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2CD101A-7CDA-4F84-8E1D-B09DB9BF24CD}"/>
              </a:ext>
            </a:extLst>
          </p:cNvPr>
          <p:cNvSpPr txBox="1"/>
          <p:nvPr/>
        </p:nvSpPr>
        <p:spPr bwMode="gray">
          <a:xfrm>
            <a:off x="6196867" y="3993640"/>
            <a:ext cx="1008112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000" dirty="0">
                <a:solidFill>
                  <a:srgbClr val="C00000"/>
                </a:solidFill>
              </a:rPr>
              <a:t>Links-Rechts Rote Kanten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6609B3D0-CFE9-F609-51F4-C265BE278B92}"/>
              </a:ext>
            </a:extLst>
          </p:cNvPr>
          <p:cNvGrpSpPr/>
          <p:nvPr/>
        </p:nvGrpSpPr>
        <p:grpSpPr>
          <a:xfrm>
            <a:off x="4457560" y="2610701"/>
            <a:ext cx="573454" cy="346841"/>
            <a:chOff x="4457560" y="2610701"/>
            <a:chExt cx="573454" cy="346841"/>
          </a:xfrm>
        </p:grpSpPr>
        <p:sp>
          <p:nvSpPr>
            <p:cNvPr id="92" name="Terminator 30">
              <a:extLst>
                <a:ext uri="{FF2B5EF4-FFF2-40B4-BE49-F238E27FC236}">
                  <a16:creationId xmlns:a16="http://schemas.microsoft.com/office/drawing/2014/main" id="{96740568-82EE-53D7-4F80-16E61EDDB557}"/>
                </a:ext>
              </a:extLst>
            </p:cNvPr>
            <p:cNvSpPr/>
            <p:nvPr/>
          </p:nvSpPr>
          <p:spPr bwMode="gray">
            <a:xfrm>
              <a:off x="4457560" y="2610701"/>
              <a:ext cx="573454" cy="218644"/>
            </a:xfrm>
            <a:custGeom>
              <a:avLst/>
              <a:gdLst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1600"/>
                <a:gd name="connsiteY0" fmla="*/ 0 h 21600"/>
                <a:gd name="connsiteX1" fmla="*/ 10518 w 21600"/>
                <a:gd name="connsiteY1" fmla="*/ 421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3475 w 21600"/>
                <a:gd name="connsiteY5" fmla="*/ 21600 h 21600"/>
                <a:gd name="connsiteX6" fmla="*/ 0 w 21600"/>
                <a:gd name="connsiteY6" fmla="*/ 10800 h 21600"/>
                <a:gd name="connsiteX7" fmla="*/ 3475 w 21600"/>
                <a:gd name="connsiteY7" fmla="*/ 0 h 21600"/>
                <a:gd name="connsiteX0" fmla="*/ 3475 w 21600"/>
                <a:gd name="connsiteY0" fmla="*/ 214 h 21814"/>
                <a:gd name="connsiteX1" fmla="*/ 11953 w 21600"/>
                <a:gd name="connsiteY1" fmla="*/ 0 h 21814"/>
                <a:gd name="connsiteX2" fmla="*/ 18125 w 21600"/>
                <a:gd name="connsiteY2" fmla="*/ 214 h 21814"/>
                <a:gd name="connsiteX3" fmla="*/ 21600 w 21600"/>
                <a:gd name="connsiteY3" fmla="*/ 11014 h 21814"/>
                <a:gd name="connsiteX4" fmla="*/ 18125 w 21600"/>
                <a:gd name="connsiteY4" fmla="*/ 21814 h 21814"/>
                <a:gd name="connsiteX5" fmla="*/ 3475 w 21600"/>
                <a:gd name="connsiteY5" fmla="*/ 21814 h 21814"/>
                <a:gd name="connsiteX6" fmla="*/ 0 w 21600"/>
                <a:gd name="connsiteY6" fmla="*/ 11014 h 21814"/>
                <a:gd name="connsiteX7" fmla="*/ 3475 w 21600"/>
                <a:gd name="connsiteY7" fmla="*/ 214 h 21814"/>
                <a:gd name="connsiteX0" fmla="*/ 3475 w 21600"/>
                <a:gd name="connsiteY0" fmla="*/ 0 h 21600"/>
                <a:gd name="connsiteX1" fmla="*/ 11355 w 21600"/>
                <a:gd name="connsiteY1" fmla="*/ 103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3475 w 21600"/>
                <a:gd name="connsiteY5" fmla="*/ 21600 h 21600"/>
                <a:gd name="connsiteX6" fmla="*/ 0 w 21600"/>
                <a:gd name="connsiteY6" fmla="*/ 10800 h 21600"/>
                <a:gd name="connsiteX7" fmla="*/ 3475 w 21600"/>
                <a:gd name="connsiteY7" fmla="*/ 0 h 21600"/>
                <a:gd name="connsiteX0" fmla="*/ 3475 w 21600"/>
                <a:gd name="connsiteY0" fmla="*/ 0 h 21600"/>
                <a:gd name="connsiteX1" fmla="*/ 11355 w 21600"/>
                <a:gd name="connsiteY1" fmla="*/ 103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11468 w 21600"/>
                <a:gd name="connsiteY5" fmla="*/ 21545 h 21600"/>
                <a:gd name="connsiteX6" fmla="*/ 3475 w 21600"/>
                <a:gd name="connsiteY6" fmla="*/ 21600 h 21600"/>
                <a:gd name="connsiteX7" fmla="*/ 0 w 21600"/>
                <a:gd name="connsiteY7" fmla="*/ 10800 h 21600"/>
                <a:gd name="connsiteX8" fmla="*/ 3475 w 21600"/>
                <a:gd name="connsiteY8" fmla="*/ 0 h 21600"/>
                <a:gd name="connsiteX0" fmla="*/ 3475 w 21600"/>
                <a:gd name="connsiteY0" fmla="*/ 0 h 21862"/>
                <a:gd name="connsiteX1" fmla="*/ 11355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153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  <a:gd name="connsiteX0" fmla="*/ 3475 w 21600"/>
                <a:gd name="connsiteY0" fmla="*/ 0 h 21862"/>
                <a:gd name="connsiteX1" fmla="*/ 11355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990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  <a:gd name="connsiteX0" fmla="*/ 3475 w 21600"/>
                <a:gd name="connsiteY0" fmla="*/ 0 h 21862"/>
                <a:gd name="connsiteX1" fmla="*/ 10757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990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00" h="21862">
                  <a:moveTo>
                    <a:pt x="3475" y="0"/>
                  </a:moveTo>
                  <a:lnTo>
                    <a:pt x="10757" y="103"/>
                  </a:lnTo>
                  <a:lnTo>
                    <a:pt x="18125" y="0"/>
                  </a:lnTo>
                  <a:cubicBezTo>
                    <a:pt x="20044" y="0"/>
                    <a:pt x="21600" y="4835"/>
                    <a:pt x="21600" y="10800"/>
                  </a:cubicBezTo>
                  <a:cubicBezTo>
                    <a:pt x="21600" y="16765"/>
                    <a:pt x="19814" y="19809"/>
                    <a:pt x="18125" y="21600"/>
                  </a:cubicBezTo>
                  <a:lnTo>
                    <a:pt x="10990" y="21862"/>
                  </a:lnTo>
                  <a:lnTo>
                    <a:pt x="3475" y="21600"/>
                  </a:lnTo>
                  <a:cubicBezTo>
                    <a:pt x="1556" y="21600"/>
                    <a:pt x="0" y="16765"/>
                    <a:pt x="0" y="10800"/>
                  </a:cubicBezTo>
                  <a:cubicBezTo>
                    <a:pt x="0" y="4835"/>
                    <a:pt x="1556" y="0"/>
                    <a:pt x="3475" y="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accent6">
                      <a:lumMod val="75000"/>
                    </a:schemeClr>
                  </a:solidFill>
                </a:rPr>
                <a:t>A E S</a:t>
              </a:r>
            </a:p>
          </p:txBody>
        </p: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7962F8AD-B9AF-6C95-76EB-A12A5A0E7449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4523250" y="2830629"/>
              <a:ext cx="26567" cy="126913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833D031F-C0C5-AF4F-683A-F1BCE08060C2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4673584" y="2835772"/>
              <a:ext cx="0" cy="12177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F8ADA20F-2875-2AC2-E38C-BE512D648BFD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4817600" y="2835772"/>
              <a:ext cx="0" cy="12177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37920A84-A55E-0719-B7C9-A7E39BA1A4EE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4938757" y="2830629"/>
              <a:ext cx="22859" cy="126913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3289596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/>
      <p:bldP spid="89" grpId="0"/>
      <p:bldP spid="90" grpId="0"/>
      <p:bldP spid="9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de-DE" altLang="en-DE" dirty="0"/>
              <a:t>2-3 Bäume</a:t>
            </a:r>
          </a:p>
          <a:p>
            <a:pPr marL="342900" indent="-342900"/>
            <a:r>
              <a:rPr lang="de-DE" altLang="en-DE" dirty="0"/>
              <a:t>(Links-Neigende) Rot-Schwarz Bäume (</a:t>
            </a:r>
            <a:r>
              <a:rPr lang="en-US" altLang="en-DE" i="1" dirty="0"/>
              <a:t>left-leaning red-black trees</a:t>
            </a:r>
            <a:r>
              <a:rPr lang="de-DE" altLang="en-DE" dirty="0"/>
              <a:t>)</a:t>
            </a:r>
          </a:p>
          <a:p>
            <a:pPr marL="614125" lvl="1" indent="-342900"/>
            <a:r>
              <a:rPr lang="de-DE" altLang="en-DE" b="1" dirty="0"/>
              <a:t>Rotationen und Farbwechsel</a:t>
            </a:r>
          </a:p>
          <a:p>
            <a:pPr marL="614125" lvl="1" indent="-342900"/>
            <a:r>
              <a:rPr lang="de-DE" altLang="en-DE" dirty="0"/>
              <a:t>Einfügen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899451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04CD1C4F-DB3D-AFF7-9F13-8AE8FDF1C5D3}"/>
              </a:ext>
            </a:extLst>
          </p:cNvPr>
          <p:cNvCxnSpPr>
            <a:cxnSpLocks/>
            <a:stCxn id="13" idx="3"/>
            <a:endCxn id="15" idx="7"/>
          </p:cNvCxnSpPr>
          <p:nvPr/>
        </p:nvCxnSpPr>
        <p:spPr bwMode="gray">
          <a:xfrm flipH="1">
            <a:off x="1745432" y="3903663"/>
            <a:ext cx="369560" cy="1208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15C7058-E5A6-CC7B-3992-1E741457C6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6877051" cy="395809"/>
          </a:xfrm>
        </p:spPr>
        <p:txBody>
          <a:bodyPr/>
          <a:lstStyle/>
          <a:p>
            <a:r>
              <a:rPr lang="de-DE" b="1" dirty="0"/>
              <a:t>Invarianten</a:t>
            </a:r>
            <a:r>
              <a:rPr lang="de-DE" dirty="0"/>
              <a:t>: Symmetrische Ordnung und Perfekte Balance bleiben gewahrt!</a:t>
            </a:r>
            <a:endParaRPr lang="de-DE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CEEE2A5-278F-6F1A-FD3A-CA4C852B7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Elementare Operation: Linksrotation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6AC2259-9847-FFC6-4C89-F6227C6110C1}"/>
              </a:ext>
            </a:extLst>
          </p:cNvPr>
          <p:cNvCxnSpPr>
            <a:cxnSpLocks/>
            <a:stCxn id="13" idx="3"/>
            <a:endCxn id="15" idx="7"/>
          </p:cNvCxnSpPr>
          <p:nvPr/>
        </p:nvCxnSpPr>
        <p:spPr bwMode="gray">
          <a:xfrm flipH="1">
            <a:off x="1745432" y="3903663"/>
            <a:ext cx="369560" cy="12083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61641B86-B24F-A338-2DE7-63E47038425D}"/>
              </a:ext>
            </a:extLst>
          </p:cNvPr>
          <p:cNvSpPr/>
          <p:nvPr/>
        </p:nvSpPr>
        <p:spPr bwMode="gray">
          <a:xfrm>
            <a:off x="2083356" y="3719275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14D0F73-957D-47C1-8FDB-F1782C663E23}"/>
              </a:ext>
            </a:extLst>
          </p:cNvPr>
          <p:cNvCxnSpPr>
            <a:cxnSpLocks/>
            <a:stCxn id="13" idx="5"/>
            <a:endCxn id="20" idx="1"/>
          </p:cNvCxnSpPr>
          <p:nvPr/>
        </p:nvCxnSpPr>
        <p:spPr bwMode="gray">
          <a:xfrm>
            <a:off x="2267744" y="3903663"/>
            <a:ext cx="391162" cy="1575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4DC0C7EC-FB24-52EC-E639-381CCAED7867}"/>
              </a:ext>
            </a:extLst>
          </p:cNvPr>
          <p:cNvSpPr/>
          <p:nvPr/>
        </p:nvSpPr>
        <p:spPr bwMode="gray">
          <a:xfrm>
            <a:off x="1561044" y="3992865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B273313-F453-951C-0C6E-4D4320599567}"/>
              </a:ext>
            </a:extLst>
          </p:cNvPr>
          <p:cNvCxnSpPr>
            <a:cxnSpLocks/>
            <a:stCxn id="15" idx="3"/>
            <a:endCxn id="18" idx="1"/>
          </p:cNvCxnSpPr>
          <p:nvPr/>
        </p:nvCxnSpPr>
        <p:spPr bwMode="gray">
          <a:xfrm flipH="1">
            <a:off x="1339961" y="4177253"/>
            <a:ext cx="252719" cy="892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48AD644-ADAB-7824-F7C2-093D2FECD5CB}"/>
              </a:ext>
            </a:extLst>
          </p:cNvPr>
          <p:cNvCxnSpPr>
            <a:cxnSpLocks/>
            <a:stCxn id="15" idx="5"/>
            <a:endCxn id="19" idx="1"/>
          </p:cNvCxnSpPr>
          <p:nvPr/>
        </p:nvCxnSpPr>
        <p:spPr bwMode="gray">
          <a:xfrm>
            <a:off x="1745432" y="4177253"/>
            <a:ext cx="254354" cy="87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riangle 13">
            <a:extLst>
              <a:ext uri="{FF2B5EF4-FFF2-40B4-BE49-F238E27FC236}">
                <a16:creationId xmlns:a16="http://schemas.microsoft.com/office/drawing/2014/main" id="{85725C0C-C781-B78D-2381-C13EAB23A272}"/>
              </a:ext>
            </a:extLst>
          </p:cNvPr>
          <p:cNvSpPr/>
          <p:nvPr/>
        </p:nvSpPr>
        <p:spPr bwMode="gray">
          <a:xfrm>
            <a:off x="1044978" y="4266455"/>
            <a:ext cx="588331" cy="542913"/>
          </a:xfrm>
          <a:custGeom>
            <a:avLst/>
            <a:gdLst>
              <a:gd name="connsiteX0" fmla="*/ 0 w 936104"/>
              <a:gd name="connsiteY0" fmla="*/ 1584176 h 1584176"/>
              <a:gd name="connsiteX1" fmla="*/ 468052 w 936104"/>
              <a:gd name="connsiteY1" fmla="*/ 0 h 1584176"/>
              <a:gd name="connsiteX2" fmla="*/ 936104 w 936104"/>
              <a:gd name="connsiteY2" fmla="*/ 1584176 h 1584176"/>
              <a:gd name="connsiteX3" fmla="*/ 0 w 936104"/>
              <a:gd name="connsiteY3" fmla="*/ 1584176 h 1584176"/>
              <a:gd name="connsiteX0" fmla="*/ 10201 w 956506"/>
              <a:gd name="connsiteY0" fmla="*/ 1584176 h 1584176"/>
              <a:gd name="connsiteX1" fmla="*/ 478253 w 956506"/>
              <a:gd name="connsiteY1" fmla="*/ 0 h 1584176"/>
              <a:gd name="connsiteX2" fmla="*/ 946305 w 956506"/>
              <a:gd name="connsiteY2" fmla="*/ 1584176 h 1584176"/>
              <a:gd name="connsiteX3" fmla="*/ 10201 w 956506"/>
              <a:gd name="connsiteY3" fmla="*/ 1584176 h 1584176"/>
              <a:gd name="connsiteX0" fmla="*/ 10201 w 956506"/>
              <a:gd name="connsiteY0" fmla="*/ 1584176 h 1717174"/>
              <a:gd name="connsiteX1" fmla="*/ 478253 w 956506"/>
              <a:gd name="connsiteY1" fmla="*/ 0 h 1717174"/>
              <a:gd name="connsiteX2" fmla="*/ 946305 w 956506"/>
              <a:gd name="connsiteY2" fmla="*/ 1584176 h 1717174"/>
              <a:gd name="connsiteX3" fmla="*/ 10201 w 956506"/>
              <a:gd name="connsiteY3" fmla="*/ 1584176 h 1717174"/>
              <a:gd name="connsiteX0" fmla="*/ 10201 w 1018722"/>
              <a:gd name="connsiteY0" fmla="*/ 1584176 h 1717174"/>
              <a:gd name="connsiteX1" fmla="*/ 478253 w 1018722"/>
              <a:gd name="connsiteY1" fmla="*/ 0 h 1717174"/>
              <a:gd name="connsiteX2" fmla="*/ 946305 w 1018722"/>
              <a:gd name="connsiteY2" fmla="*/ 1584176 h 1717174"/>
              <a:gd name="connsiteX3" fmla="*/ 10201 w 1018722"/>
              <a:gd name="connsiteY3" fmla="*/ 1584176 h 1717174"/>
              <a:gd name="connsiteX0" fmla="*/ 10201 w 959015"/>
              <a:gd name="connsiteY0" fmla="*/ 1584176 h 1793983"/>
              <a:gd name="connsiteX1" fmla="*/ 478253 w 959015"/>
              <a:gd name="connsiteY1" fmla="*/ 0 h 1793983"/>
              <a:gd name="connsiteX2" fmla="*/ 946305 w 959015"/>
              <a:gd name="connsiteY2" fmla="*/ 1584176 h 1793983"/>
              <a:gd name="connsiteX3" fmla="*/ 10201 w 959015"/>
              <a:gd name="connsiteY3" fmla="*/ 1584176 h 1793983"/>
              <a:gd name="connsiteX0" fmla="*/ 10201 w 958573"/>
              <a:gd name="connsiteY0" fmla="*/ 1584176 h 1755253"/>
              <a:gd name="connsiteX1" fmla="*/ 478253 w 958573"/>
              <a:gd name="connsiteY1" fmla="*/ 0 h 1755253"/>
              <a:gd name="connsiteX2" fmla="*/ 946305 w 958573"/>
              <a:gd name="connsiteY2" fmla="*/ 1584176 h 1755253"/>
              <a:gd name="connsiteX3" fmla="*/ 10201 w 958573"/>
              <a:gd name="connsiteY3" fmla="*/ 1584176 h 1755253"/>
              <a:gd name="connsiteX0" fmla="*/ 24204 w 972576"/>
              <a:gd name="connsiteY0" fmla="*/ 1584176 h 1718293"/>
              <a:gd name="connsiteX1" fmla="*/ 492256 w 972576"/>
              <a:gd name="connsiteY1" fmla="*/ 0 h 1718293"/>
              <a:gd name="connsiteX2" fmla="*/ 960308 w 972576"/>
              <a:gd name="connsiteY2" fmla="*/ 1584176 h 1718293"/>
              <a:gd name="connsiteX3" fmla="*/ 24204 w 972576"/>
              <a:gd name="connsiteY3" fmla="*/ 1584176 h 1718293"/>
              <a:gd name="connsiteX0" fmla="*/ 10375 w 958747"/>
              <a:gd name="connsiteY0" fmla="*/ 1584176 h 1715454"/>
              <a:gd name="connsiteX1" fmla="*/ 478427 w 958747"/>
              <a:gd name="connsiteY1" fmla="*/ 0 h 1715454"/>
              <a:gd name="connsiteX2" fmla="*/ 946479 w 958747"/>
              <a:gd name="connsiteY2" fmla="*/ 1584176 h 1715454"/>
              <a:gd name="connsiteX3" fmla="*/ 10375 w 958747"/>
              <a:gd name="connsiteY3" fmla="*/ 1584176 h 1715454"/>
              <a:gd name="connsiteX0" fmla="*/ 14946 w 963318"/>
              <a:gd name="connsiteY0" fmla="*/ 1584176 h 1681539"/>
              <a:gd name="connsiteX1" fmla="*/ 482998 w 963318"/>
              <a:gd name="connsiteY1" fmla="*/ 0 h 1681539"/>
              <a:gd name="connsiteX2" fmla="*/ 951050 w 963318"/>
              <a:gd name="connsiteY2" fmla="*/ 1584176 h 1681539"/>
              <a:gd name="connsiteX3" fmla="*/ 14946 w 963318"/>
              <a:gd name="connsiteY3" fmla="*/ 1584176 h 1681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3318" h="1681539">
                <a:moveTo>
                  <a:pt x="14946" y="1584176"/>
                </a:moveTo>
                <a:cubicBezTo>
                  <a:pt x="-83043" y="1472267"/>
                  <a:pt x="326981" y="0"/>
                  <a:pt x="482998" y="0"/>
                </a:cubicBezTo>
                <a:cubicBezTo>
                  <a:pt x="639015" y="0"/>
                  <a:pt x="1038072" y="1449789"/>
                  <a:pt x="951050" y="1584176"/>
                </a:cubicBezTo>
                <a:cubicBezTo>
                  <a:pt x="857722" y="1728302"/>
                  <a:pt x="115358" y="1698853"/>
                  <a:pt x="14946" y="1584176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700" i="1" dirty="0">
                <a:solidFill>
                  <a:schemeClr val="bg1"/>
                </a:solidFill>
              </a:rPr>
              <a:t>kleiner als </a:t>
            </a:r>
            <a:r>
              <a:rPr lang="de-DE" sz="7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9" name="Triangle 13">
            <a:extLst>
              <a:ext uri="{FF2B5EF4-FFF2-40B4-BE49-F238E27FC236}">
                <a16:creationId xmlns:a16="http://schemas.microsoft.com/office/drawing/2014/main" id="{7F2034F7-50A4-A851-C499-842F493A28D5}"/>
              </a:ext>
            </a:extLst>
          </p:cNvPr>
          <p:cNvSpPr/>
          <p:nvPr/>
        </p:nvSpPr>
        <p:spPr bwMode="gray">
          <a:xfrm>
            <a:off x="1704803" y="4264325"/>
            <a:ext cx="588331" cy="542913"/>
          </a:xfrm>
          <a:custGeom>
            <a:avLst/>
            <a:gdLst>
              <a:gd name="connsiteX0" fmla="*/ 0 w 936104"/>
              <a:gd name="connsiteY0" fmla="*/ 1584176 h 1584176"/>
              <a:gd name="connsiteX1" fmla="*/ 468052 w 936104"/>
              <a:gd name="connsiteY1" fmla="*/ 0 h 1584176"/>
              <a:gd name="connsiteX2" fmla="*/ 936104 w 936104"/>
              <a:gd name="connsiteY2" fmla="*/ 1584176 h 1584176"/>
              <a:gd name="connsiteX3" fmla="*/ 0 w 936104"/>
              <a:gd name="connsiteY3" fmla="*/ 1584176 h 1584176"/>
              <a:gd name="connsiteX0" fmla="*/ 10201 w 956506"/>
              <a:gd name="connsiteY0" fmla="*/ 1584176 h 1584176"/>
              <a:gd name="connsiteX1" fmla="*/ 478253 w 956506"/>
              <a:gd name="connsiteY1" fmla="*/ 0 h 1584176"/>
              <a:gd name="connsiteX2" fmla="*/ 946305 w 956506"/>
              <a:gd name="connsiteY2" fmla="*/ 1584176 h 1584176"/>
              <a:gd name="connsiteX3" fmla="*/ 10201 w 956506"/>
              <a:gd name="connsiteY3" fmla="*/ 1584176 h 1584176"/>
              <a:gd name="connsiteX0" fmla="*/ 10201 w 956506"/>
              <a:gd name="connsiteY0" fmla="*/ 1584176 h 1717174"/>
              <a:gd name="connsiteX1" fmla="*/ 478253 w 956506"/>
              <a:gd name="connsiteY1" fmla="*/ 0 h 1717174"/>
              <a:gd name="connsiteX2" fmla="*/ 946305 w 956506"/>
              <a:gd name="connsiteY2" fmla="*/ 1584176 h 1717174"/>
              <a:gd name="connsiteX3" fmla="*/ 10201 w 956506"/>
              <a:gd name="connsiteY3" fmla="*/ 1584176 h 1717174"/>
              <a:gd name="connsiteX0" fmla="*/ 10201 w 1018722"/>
              <a:gd name="connsiteY0" fmla="*/ 1584176 h 1717174"/>
              <a:gd name="connsiteX1" fmla="*/ 478253 w 1018722"/>
              <a:gd name="connsiteY1" fmla="*/ 0 h 1717174"/>
              <a:gd name="connsiteX2" fmla="*/ 946305 w 1018722"/>
              <a:gd name="connsiteY2" fmla="*/ 1584176 h 1717174"/>
              <a:gd name="connsiteX3" fmla="*/ 10201 w 1018722"/>
              <a:gd name="connsiteY3" fmla="*/ 1584176 h 1717174"/>
              <a:gd name="connsiteX0" fmla="*/ 10201 w 959015"/>
              <a:gd name="connsiteY0" fmla="*/ 1584176 h 1793983"/>
              <a:gd name="connsiteX1" fmla="*/ 478253 w 959015"/>
              <a:gd name="connsiteY1" fmla="*/ 0 h 1793983"/>
              <a:gd name="connsiteX2" fmla="*/ 946305 w 959015"/>
              <a:gd name="connsiteY2" fmla="*/ 1584176 h 1793983"/>
              <a:gd name="connsiteX3" fmla="*/ 10201 w 959015"/>
              <a:gd name="connsiteY3" fmla="*/ 1584176 h 1793983"/>
              <a:gd name="connsiteX0" fmla="*/ 10201 w 958573"/>
              <a:gd name="connsiteY0" fmla="*/ 1584176 h 1755253"/>
              <a:gd name="connsiteX1" fmla="*/ 478253 w 958573"/>
              <a:gd name="connsiteY1" fmla="*/ 0 h 1755253"/>
              <a:gd name="connsiteX2" fmla="*/ 946305 w 958573"/>
              <a:gd name="connsiteY2" fmla="*/ 1584176 h 1755253"/>
              <a:gd name="connsiteX3" fmla="*/ 10201 w 958573"/>
              <a:gd name="connsiteY3" fmla="*/ 1584176 h 1755253"/>
              <a:gd name="connsiteX0" fmla="*/ 24204 w 972576"/>
              <a:gd name="connsiteY0" fmla="*/ 1584176 h 1718293"/>
              <a:gd name="connsiteX1" fmla="*/ 492256 w 972576"/>
              <a:gd name="connsiteY1" fmla="*/ 0 h 1718293"/>
              <a:gd name="connsiteX2" fmla="*/ 960308 w 972576"/>
              <a:gd name="connsiteY2" fmla="*/ 1584176 h 1718293"/>
              <a:gd name="connsiteX3" fmla="*/ 24204 w 972576"/>
              <a:gd name="connsiteY3" fmla="*/ 1584176 h 1718293"/>
              <a:gd name="connsiteX0" fmla="*/ 10375 w 958747"/>
              <a:gd name="connsiteY0" fmla="*/ 1584176 h 1715454"/>
              <a:gd name="connsiteX1" fmla="*/ 478427 w 958747"/>
              <a:gd name="connsiteY1" fmla="*/ 0 h 1715454"/>
              <a:gd name="connsiteX2" fmla="*/ 946479 w 958747"/>
              <a:gd name="connsiteY2" fmla="*/ 1584176 h 1715454"/>
              <a:gd name="connsiteX3" fmla="*/ 10375 w 958747"/>
              <a:gd name="connsiteY3" fmla="*/ 1584176 h 1715454"/>
              <a:gd name="connsiteX0" fmla="*/ 14946 w 963318"/>
              <a:gd name="connsiteY0" fmla="*/ 1584176 h 1681539"/>
              <a:gd name="connsiteX1" fmla="*/ 482998 w 963318"/>
              <a:gd name="connsiteY1" fmla="*/ 0 h 1681539"/>
              <a:gd name="connsiteX2" fmla="*/ 951050 w 963318"/>
              <a:gd name="connsiteY2" fmla="*/ 1584176 h 1681539"/>
              <a:gd name="connsiteX3" fmla="*/ 14946 w 963318"/>
              <a:gd name="connsiteY3" fmla="*/ 1584176 h 1681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3318" h="1681539">
                <a:moveTo>
                  <a:pt x="14946" y="1584176"/>
                </a:moveTo>
                <a:cubicBezTo>
                  <a:pt x="-83043" y="1472267"/>
                  <a:pt x="326981" y="0"/>
                  <a:pt x="482998" y="0"/>
                </a:cubicBezTo>
                <a:cubicBezTo>
                  <a:pt x="639015" y="0"/>
                  <a:pt x="1038072" y="1449789"/>
                  <a:pt x="951050" y="1584176"/>
                </a:cubicBezTo>
                <a:cubicBezTo>
                  <a:pt x="857722" y="1728302"/>
                  <a:pt x="115358" y="1698853"/>
                  <a:pt x="14946" y="1584176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700" i="1" dirty="0">
                <a:solidFill>
                  <a:schemeClr val="bg1"/>
                </a:solidFill>
              </a:rPr>
              <a:t>zwischen </a:t>
            </a:r>
            <a:r>
              <a:rPr lang="de-DE" sz="700" b="1" dirty="0">
                <a:solidFill>
                  <a:schemeClr val="bg1"/>
                </a:solidFill>
              </a:rPr>
              <a:t>E</a:t>
            </a:r>
            <a:r>
              <a:rPr lang="de-DE" sz="700" dirty="0">
                <a:solidFill>
                  <a:schemeClr val="bg1"/>
                </a:solidFill>
              </a:rPr>
              <a:t> </a:t>
            </a:r>
            <a:r>
              <a:rPr lang="de-DE" sz="700" i="1" dirty="0">
                <a:solidFill>
                  <a:schemeClr val="bg1"/>
                </a:solidFill>
              </a:rPr>
              <a:t>und</a:t>
            </a:r>
            <a:r>
              <a:rPr lang="de-DE" sz="700" dirty="0">
                <a:solidFill>
                  <a:schemeClr val="bg1"/>
                </a:solidFill>
              </a:rPr>
              <a:t> </a:t>
            </a:r>
            <a:r>
              <a:rPr lang="de-DE" sz="700" b="1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20" name="Triangle 13">
            <a:extLst>
              <a:ext uri="{FF2B5EF4-FFF2-40B4-BE49-F238E27FC236}">
                <a16:creationId xmlns:a16="http://schemas.microsoft.com/office/drawing/2014/main" id="{4E7F11C9-F12E-EA4D-CA4E-310C30B1469A}"/>
              </a:ext>
            </a:extLst>
          </p:cNvPr>
          <p:cNvSpPr/>
          <p:nvPr/>
        </p:nvSpPr>
        <p:spPr bwMode="gray">
          <a:xfrm>
            <a:off x="2363923" y="4061257"/>
            <a:ext cx="588331" cy="542913"/>
          </a:xfrm>
          <a:custGeom>
            <a:avLst/>
            <a:gdLst>
              <a:gd name="connsiteX0" fmla="*/ 0 w 936104"/>
              <a:gd name="connsiteY0" fmla="*/ 1584176 h 1584176"/>
              <a:gd name="connsiteX1" fmla="*/ 468052 w 936104"/>
              <a:gd name="connsiteY1" fmla="*/ 0 h 1584176"/>
              <a:gd name="connsiteX2" fmla="*/ 936104 w 936104"/>
              <a:gd name="connsiteY2" fmla="*/ 1584176 h 1584176"/>
              <a:gd name="connsiteX3" fmla="*/ 0 w 936104"/>
              <a:gd name="connsiteY3" fmla="*/ 1584176 h 1584176"/>
              <a:gd name="connsiteX0" fmla="*/ 10201 w 956506"/>
              <a:gd name="connsiteY0" fmla="*/ 1584176 h 1584176"/>
              <a:gd name="connsiteX1" fmla="*/ 478253 w 956506"/>
              <a:gd name="connsiteY1" fmla="*/ 0 h 1584176"/>
              <a:gd name="connsiteX2" fmla="*/ 946305 w 956506"/>
              <a:gd name="connsiteY2" fmla="*/ 1584176 h 1584176"/>
              <a:gd name="connsiteX3" fmla="*/ 10201 w 956506"/>
              <a:gd name="connsiteY3" fmla="*/ 1584176 h 1584176"/>
              <a:gd name="connsiteX0" fmla="*/ 10201 w 956506"/>
              <a:gd name="connsiteY0" fmla="*/ 1584176 h 1717174"/>
              <a:gd name="connsiteX1" fmla="*/ 478253 w 956506"/>
              <a:gd name="connsiteY1" fmla="*/ 0 h 1717174"/>
              <a:gd name="connsiteX2" fmla="*/ 946305 w 956506"/>
              <a:gd name="connsiteY2" fmla="*/ 1584176 h 1717174"/>
              <a:gd name="connsiteX3" fmla="*/ 10201 w 956506"/>
              <a:gd name="connsiteY3" fmla="*/ 1584176 h 1717174"/>
              <a:gd name="connsiteX0" fmla="*/ 10201 w 1018722"/>
              <a:gd name="connsiteY0" fmla="*/ 1584176 h 1717174"/>
              <a:gd name="connsiteX1" fmla="*/ 478253 w 1018722"/>
              <a:gd name="connsiteY1" fmla="*/ 0 h 1717174"/>
              <a:gd name="connsiteX2" fmla="*/ 946305 w 1018722"/>
              <a:gd name="connsiteY2" fmla="*/ 1584176 h 1717174"/>
              <a:gd name="connsiteX3" fmla="*/ 10201 w 1018722"/>
              <a:gd name="connsiteY3" fmla="*/ 1584176 h 1717174"/>
              <a:gd name="connsiteX0" fmla="*/ 10201 w 959015"/>
              <a:gd name="connsiteY0" fmla="*/ 1584176 h 1793983"/>
              <a:gd name="connsiteX1" fmla="*/ 478253 w 959015"/>
              <a:gd name="connsiteY1" fmla="*/ 0 h 1793983"/>
              <a:gd name="connsiteX2" fmla="*/ 946305 w 959015"/>
              <a:gd name="connsiteY2" fmla="*/ 1584176 h 1793983"/>
              <a:gd name="connsiteX3" fmla="*/ 10201 w 959015"/>
              <a:gd name="connsiteY3" fmla="*/ 1584176 h 1793983"/>
              <a:gd name="connsiteX0" fmla="*/ 10201 w 958573"/>
              <a:gd name="connsiteY0" fmla="*/ 1584176 h 1755253"/>
              <a:gd name="connsiteX1" fmla="*/ 478253 w 958573"/>
              <a:gd name="connsiteY1" fmla="*/ 0 h 1755253"/>
              <a:gd name="connsiteX2" fmla="*/ 946305 w 958573"/>
              <a:gd name="connsiteY2" fmla="*/ 1584176 h 1755253"/>
              <a:gd name="connsiteX3" fmla="*/ 10201 w 958573"/>
              <a:gd name="connsiteY3" fmla="*/ 1584176 h 1755253"/>
              <a:gd name="connsiteX0" fmla="*/ 24204 w 972576"/>
              <a:gd name="connsiteY0" fmla="*/ 1584176 h 1718293"/>
              <a:gd name="connsiteX1" fmla="*/ 492256 w 972576"/>
              <a:gd name="connsiteY1" fmla="*/ 0 h 1718293"/>
              <a:gd name="connsiteX2" fmla="*/ 960308 w 972576"/>
              <a:gd name="connsiteY2" fmla="*/ 1584176 h 1718293"/>
              <a:gd name="connsiteX3" fmla="*/ 24204 w 972576"/>
              <a:gd name="connsiteY3" fmla="*/ 1584176 h 1718293"/>
              <a:gd name="connsiteX0" fmla="*/ 10375 w 958747"/>
              <a:gd name="connsiteY0" fmla="*/ 1584176 h 1715454"/>
              <a:gd name="connsiteX1" fmla="*/ 478427 w 958747"/>
              <a:gd name="connsiteY1" fmla="*/ 0 h 1715454"/>
              <a:gd name="connsiteX2" fmla="*/ 946479 w 958747"/>
              <a:gd name="connsiteY2" fmla="*/ 1584176 h 1715454"/>
              <a:gd name="connsiteX3" fmla="*/ 10375 w 958747"/>
              <a:gd name="connsiteY3" fmla="*/ 1584176 h 1715454"/>
              <a:gd name="connsiteX0" fmla="*/ 14946 w 963318"/>
              <a:gd name="connsiteY0" fmla="*/ 1584176 h 1681539"/>
              <a:gd name="connsiteX1" fmla="*/ 482998 w 963318"/>
              <a:gd name="connsiteY1" fmla="*/ 0 h 1681539"/>
              <a:gd name="connsiteX2" fmla="*/ 951050 w 963318"/>
              <a:gd name="connsiteY2" fmla="*/ 1584176 h 1681539"/>
              <a:gd name="connsiteX3" fmla="*/ 14946 w 963318"/>
              <a:gd name="connsiteY3" fmla="*/ 1584176 h 1681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3318" h="1681539">
                <a:moveTo>
                  <a:pt x="14946" y="1584176"/>
                </a:moveTo>
                <a:cubicBezTo>
                  <a:pt x="-83043" y="1472267"/>
                  <a:pt x="326981" y="0"/>
                  <a:pt x="482998" y="0"/>
                </a:cubicBezTo>
                <a:cubicBezTo>
                  <a:pt x="639015" y="0"/>
                  <a:pt x="1038072" y="1449789"/>
                  <a:pt x="951050" y="1584176"/>
                </a:cubicBezTo>
                <a:cubicBezTo>
                  <a:pt x="857722" y="1728302"/>
                  <a:pt x="115358" y="1698853"/>
                  <a:pt x="14946" y="1584176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700" i="1" dirty="0">
                <a:solidFill>
                  <a:schemeClr val="bg1"/>
                </a:solidFill>
              </a:rPr>
              <a:t>größer als </a:t>
            </a:r>
            <a:r>
              <a:rPr lang="de-DE" sz="700" b="1" dirty="0">
                <a:solidFill>
                  <a:schemeClr val="bg1"/>
                </a:solidFill>
              </a:rPr>
              <a:t>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0AA84B6-2295-69E2-A8BA-B12203B47926}"/>
              </a:ext>
            </a:extLst>
          </p:cNvPr>
          <p:cNvCxnSpPr>
            <a:cxnSpLocks/>
            <a:endCxn id="13" idx="0"/>
          </p:cNvCxnSpPr>
          <p:nvPr/>
        </p:nvCxnSpPr>
        <p:spPr bwMode="gray">
          <a:xfrm>
            <a:off x="2191368" y="3546738"/>
            <a:ext cx="0" cy="172537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D8AAC4D-4036-D9D6-5912-F30067F4903D}"/>
              </a:ext>
            </a:extLst>
          </p:cNvPr>
          <p:cNvCxnSpPr>
            <a:cxnSpLocks/>
            <a:stCxn id="25" idx="1"/>
            <a:endCxn id="27" idx="5"/>
          </p:cNvCxnSpPr>
          <p:nvPr/>
        </p:nvCxnSpPr>
        <p:spPr bwMode="gray">
          <a:xfrm flipH="1" flipV="1">
            <a:off x="1792888" y="2263404"/>
            <a:ext cx="423393" cy="14511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9C278159-0A64-AEE7-530A-AFE6117248EF}"/>
              </a:ext>
            </a:extLst>
          </p:cNvPr>
          <p:cNvSpPr/>
          <p:nvPr/>
        </p:nvSpPr>
        <p:spPr bwMode="gray">
          <a:xfrm>
            <a:off x="2184645" y="237688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0A10D32-5B6D-79E8-F00A-8AFA0D996297}"/>
              </a:ext>
            </a:extLst>
          </p:cNvPr>
          <p:cNvCxnSpPr>
            <a:cxnSpLocks/>
            <a:stCxn id="25" idx="5"/>
            <a:endCxn id="32" idx="1"/>
          </p:cNvCxnSpPr>
          <p:nvPr/>
        </p:nvCxnSpPr>
        <p:spPr bwMode="gray">
          <a:xfrm>
            <a:off x="2369033" y="2561270"/>
            <a:ext cx="253435" cy="11563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21AC15D9-D198-AB60-6028-D25E73E345A5}"/>
              </a:ext>
            </a:extLst>
          </p:cNvPr>
          <p:cNvSpPr/>
          <p:nvPr/>
        </p:nvSpPr>
        <p:spPr bwMode="gray">
          <a:xfrm>
            <a:off x="1608500" y="207901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5077140-9929-72CF-8008-D4534A3AE93A}"/>
              </a:ext>
            </a:extLst>
          </p:cNvPr>
          <p:cNvCxnSpPr>
            <a:cxnSpLocks/>
            <a:stCxn id="27" idx="3"/>
            <a:endCxn id="30" idx="1"/>
          </p:cNvCxnSpPr>
          <p:nvPr/>
        </p:nvCxnSpPr>
        <p:spPr bwMode="gray">
          <a:xfrm flipH="1">
            <a:off x="1369161" y="2263404"/>
            <a:ext cx="270975" cy="1081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8BE4D10-0452-1288-941A-0E68E7E2BA74}"/>
              </a:ext>
            </a:extLst>
          </p:cNvPr>
          <p:cNvCxnSpPr>
            <a:cxnSpLocks/>
            <a:stCxn id="31" idx="1"/>
            <a:endCxn id="25" idx="3"/>
          </p:cNvCxnSpPr>
          <p:nvPr/>
        </p:nvCxnSpPr>
        <p:spPr bwMode="gray">
          <a:xfrm flipV="1">
            <a:off x="1964481" y="2561270"/>
            <a:ext cx="251800" cy="11563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riangle 13">
            <a:extLst>
              <a:ext uri="{FF2B5EF4-FFF2-40B4-BE49-F238E27FC236}">
                <a16:creationId xmlns:a16="http://schemas.microsoft.com/office/drawing/2014/main" id="{E3AA1D02-7E08-096A-3F55-AA51A6CEE049}"/>
              </a:ext>
            </a:extLst>
          </p:cNvPr>
          <p:cNvSpPr/>
          <p:nvPr/>
        </p:nvSpPr>
        <p:spPr bwMode="gray">
          <a:xfrm>
            <a:off x="1074178" y="2371537"/>
            <a:ext cx="588331" cy="542913"/>
          </a:xfrm>
          <a:custGeom>
            <a:avLst/>
            <a:gdLst>
              <a:gd name="connsiteX0" fmla="*/ 0 w 936104"/>
              <a:gd name="connsiteY0" fmla="*/ 1584176 h 1584176"/>
              <a:gd name="connsiteX1" fmla="*/ 468052 w 936104"/>
              <a:gd name="connsiteY1" fmla="*/ 0 h 1584176"/>
              <a:gd name="connsiteX2" fmla="*/ 936104 w 936104"/>
              <a:gd name="connsiteY2" fmla="*/ 1584176 h 1584176"/>
              <a:gd name="connsiteX3" fmla="*/ 0 w 936104"/>
              <a:gd name="connsiteY3" fmla="*/ 1584176 h 1584176"/>
              <a:gd name="connsiteX0" fmla="*/ 10201 w 956506"/>
              <a:gd name="connsiteY0" fmla="*/ 1584176 h 1584176"/>
              <a:gd name="connsiteX1" fmla="*/ 478253 w 956506"/>
              <a:gd name="connsiteY1" fmla="*/ 0 h 1584176"/>
              <a:gd name="connsiteX2" fmla="*/ 946305 w 956506"/>
              <a:gd name="connsiteY2" fmla="*/ 1584176 h 1584176"/>
              <a:gd name="connsiteX3" fmla="*/ 10201 w 956506"/>
              <a:gd name="connsiteY3" fmla="*/ 1584176 h 1584176"/>
              <a:gd name="connsiteX0" fmla="*/ 10201 w 956506"/>
              <a:gd name="connsiteY0" fmla="*/ 1584176 h 1717174"/>
              <a:gd name="connsiteX1" fmla="*/ 478253 w 956506"/>
              <a:gd name="connsiteY1" fmla="*/ 0 h 1717174"/>
              <a:gd name="connsiteX2" fmla="*/ 946305 w 956506"/>
              <a:gd name="connsiteY2" fmla="*/ 1584176 h 1717174"/>
              <a:gd name="connsiteX3" fmla="*/ 10201 w 956506"/>
              <a:gd name="connsiteY3" fmla="*/ 1584176 h 1717174"/>
              <a:gd name="connsiteX0" fmla="*/ 10201 w 1018722"/>
              <a:gd name="connsiteY0" fmla="*/ 1584176 h 1717174"/>
              <a:gd name="connsiteX1" fmla="*/ 478253 w 1018722"/>
              <a:gd name="connsiteY1" fmla="*/ 0 h 1717174"/>
              <a:gd name="connsiteX2" fmla="*/ 946305 w 1018722"/>
              <a:gd name="connsiteY2" fmla="*/ 1584176 h 1717174"/>
              <a:gd name="connsiteX3" fmla="*/ 10201 w 1018722"/>
              <a:gd name="connsiteY3" fmla="*/ 1584176 h 1717174"/>
              <a:gd name="connsiteX0" fmla="*/ 10201 w 959015"/>
              <a:gd name="connsiteY0" fmla="*/ 1584176 h 1793983"/>
              <a:gd name="connsiteX1" fmla="*/ 478253 w 959015"/>
              <a:gd name="connsiteY1" fmla="*/ 0 h 1793983"/>
              <a:gd name="connsiteX2" fmla="*/ 946305 w 959015"/>
              <a:gd name="connsiteY2" fmla="*/ 1584176 h 1793983"/>
              <a:gd name="connsiteX3" fmla="*/ 10201 w 959015"/>
              <a:gd name="connsiteY3" fmla="*/ 1584176 h 1793983"/>
              <a:gd name="connsiteX0" fmla="*/ 10201 w 958573"/>
              <a:gd name="connsiteY0" fmla="*/ 1584176 h 1755253"/>
              <a:gd name="connsiteX1" fmla="*/ 478253 w 958573"/>
              <a:gd name="connsiteY1" fmla="*/ 0 h 1755253"/>
              <a:gd name="connsiteX2" fmla="*/ 946305 w 958573"/>
              <a:gd name="connsiteY2" fmla="*/ 1584176 h 1755253"/>
              <a:gd name="connsiteX3" fmla="*/ 10201 w 958573"/>
              <a:gd name="connsiteY3" fmla="*/ 1584176 h 1755253"/>
              <a:gd name="connsiteX0" fmla="*/ 24204 w 972576"/>
              <a:gd name="connsiteY0" fmla="*/ 1584176 h 1718293"/>
              <a:gd name="connsiteX1" fmla="*/ 492256 w 972576"/>
              <a:gd name="connsiteY1" fmla="*/ 0 h 1718293"/>
              <a:gd name="connsiteX2" fmla="*/ 960308 w 972576"/>
              <a:gd name="connsiteY2" fmla="*/ 1584176 h 1718293"/>
              <a:gd name="connsiteX3" fmla="*/ 24204 w 972576"/>
              <a:gd name="connsiteY3" fmla="*/ 1584176 h 1718293"/>
              <a:gd name="connsiteX0" fmla="*/ 10375 w 958747"/>
              <a:gd name="connsiteY0" fmla="*/ 1584176 h 1715454"/>
              <a:gd name="connsiteX1" fmla="*/ 478427 w 958747"/>
              <a:gd name="connsiteY1" fmla="*/ 0 h 1715454"/>
              <a:gd name="connsiteX2" fmla="*/ 946479 w 958747"/>
              <a:gd name="connsiteY2" fmla="*/ 1584176 h 1715454"/>
              <a:gd name="connsiteX3" fmla="*/ 10375 w 958747"/>
              <a:gd name="connsiteY3" fmla="*/ 1584176 h 1715454"/>
              <a:gd name="connsiteX0" fmla="*/ 14946 w 963318"/>
              <a:gd name="connsiteY0" fmla="*/ 1584176 h 1681539"/>
              <a:gd name="connsiteX1" fmla="*/ 482998 w 963318"/>
              <a:gd name="connsiteY1" fmla="*/ 0 h 1681539"/>
              <a:gd name="connsiteX2" fmla="*/ 951050 w 963318"/>
              <a:gd name="connsiteY2" fmla="*/ 1584176 h 1681539"/>
              <a:gd name="connsiteX3" fmla="*/ 14946 w 963318"/>
              <a:gd name="connsiteY3" fmla="*/ 1584176 h 1681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3318" h="1681539">
                <a:moveTo>
                  <a:pt x="14946" y="1584176"/>
                </a:moveTo>
                <a:cubicBezTo>
                  <a:pt x="-83043" y="1472267"/>
                  <a:pt x="326981" y="0"/>
                  <a:pt x="482998" y="0"/>
                </a:cubicBezTo>
                <a:cubicBezTo>
                  <a:pt x="639015" y="0"/>
                  <a:pt x="1038072" y="1449789"/>
                  <a:pt x="951050" y="1584176"/>
                </a:cubicBezTo>
                <a:cubicBezTo>
                  <a:pt x="857722" y="1728302"/>
                  <a:pt x="115358" y="1698853"/>
                  <a:pt x="14946" y="1584176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700" i="1" dirty="0">
                <a:solidFill>
                  <a:schemeClr val="bg1"/>
                </a:solidFill>
              </a:rPr>
              <a:t>kleiner als </a:t>
            </a:r>
            <a:r>
              <a:rPr lang="de-DE" sz="7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31" name="Triangle 13">
            <a:extLst>
              <a:ext uri="{FF2B5EF4-FFF2-40B4-BE49-F238E27FC236}">
                <a16:creationId xmlns:a16="http://schemas.microsoft.com/office/drawing/2014/main" id="{43A7FF2F-C067-0390-F23C-768C3266DCF4}"/>
              </a:ext>
            </a:extLst>
          </p:cNvPr>
          <p:cNvSpPr/>
          <p:nvPr/>
        </p:nvSpPr>
        <p:spPr bwMode="gray">
          <a:xfrm>
            <a:off x="1669498" y="2676909"/>
            <a:ext cx="588331" cy="542913"/>
          </a:xfrm>
          <a:custGeom>
            <a:avLst/>
            <a:gdLst>
              <a:gd name="connsiteX0" fmla="*/ 0 w 936104"/>
              <a:gd name="connsiteY0" fmla="*/ 1584176 h 1584176"/>
              <a:gd name="connsiteX1" fmla="*/ 468052 w 936104"/>
              <a:gd name="connsiteY1" fmla="*/ 0 h 1584176"/>
              <a:gd name="connsiteX2" fmla="*/ 936104 w 936104"/>
              <a:gd name="connsiteY2" fmla="*/ 1584176 h 1584176"/>
              <a:gd name="connsiteX3" fmla="*/ 0 w 936104"/>
              <a:gd name="connsiteY3" fmla="*/ 1584176 h 1584176"/>
              <a:gd name="connsiteX0" fmla="*/ 10201 w 956506"/>
              <a:gd name="connsiteY0" fmla="*/ 1584176 h 1584176"/>
              <a:gd name="connsiteX1" fmla="*/ 478253 w 956506"/>
              <a:gd name="connsiteY1" fmla="*/ 0 h 1584176"/>
              <a:gd name="connsiteX2" fmla="*/ 946305 w 956506"/>
              <a:gd name="connsiteY2" fmla="*/ 1584176 h 1584176"/>
              <a:gd name="connsiteX3" fmla="*/ 10201 w 956506"/>
              <a:gd name="connsiteY3" fmla="*/ 1584176 h 1584176"/>
              <a:gd name="connsiteX0" fmla="*/ 10201 w 956506"/>
              <a:gd name="connsiteY0" fmla="*/ 1584176 h 1717174"/>
              <a:gd name="connsiteX1" fmla="*/ 478253 w 956506"/>
              <a:gd name="connsiteY1" fmla="*/ 0 h 1717174"/>
              <a:gd name="connsiteX2" fmla="*/ 946305 w 956506"/>
              <a:gd name="connsiteY2" fmla="*/ 1584176 h 1717174"/>
              <a:gd name="connsiteX3" fmla="*/ 10201 w 956506"/>
              <a:gd name="connsiteY3" fmla="*/ 1584176 h 1717174"/>
              <a:gd name="connsiteX0" fmla="*/ 10201 w 1018722"/>
              <a:gd name="connsiteY0" fmla="*/ 1584176 h 1717174"/>
              <a:gd name="connsiteX1" fmla="*/ 478253 w 1018722"/>
              <a:gd name="connsiteY1" fmla="*/ 0 h 1717174"/>
              <a:gd name="connsiteX2" fmla="*/ 946305 w 1018722"/>
              <a:gd name="connsiteY2" fmla="*/ 1584176 h 1717174"/>
              <a:gd name="connsiteX3" fmla="*/ 10201 w 1018722"/>
              <a:gd name="connsiteY3" fmla="*/ 1584176 h 1717174"/>
              <a:gd name="connsiteX0" fmla="*/ 10201 w 959015"/>
              <a:gd name="connsiteY0" fmla="*/ 1584176 h 1793983"/>
              <a:gd name="connsiteX1" fmla="*/ 478253 w 959015"/>
              <a:gd name="connsiteY1" fmla="*/ 0 h 1793983"/>
              <a:gd name="connsiteX2" fmla="*/ 946305 w 959015"/>
              <a:gd name="connsiteY2" fmla="*/ 1584176 h 1793983"/>
              <a:gd name="connsiteX3" fmla="*/ 10201 w 959015"/>
              <a:gd name="connsiteY3" fmla="*/ 1584176 h 1793983"/>
              <a:gd name="connsiteX0" fmla="*/ 10201 w 958573"/>
              <a:gd name="connsiteY0" fmla="*/ 1584176 h 1755253"/>
              <a:gd name="connsiteX1" fmla="*/ 478253 w 958573"/>
              <a:gd name="connsiteY1" fmla="*/ 0 h 1755253"/>
              <a:gd name="connsiteX2" fmla="*/ 946305 w 958573"/>
              <a:gd name="connsiteY2" fmla="*/ 1584176 h 1755253"/>
              <a:gd name="connsiteX3" fmla="*/ 10201 w 958573"/>
              <a:gd name="connsiteY3" fmla="*/ 1584176 h 1755253"/>
              <a:gd name="connsiteX0" fmla="*/ 24204 w 972576"/>
              <a:gd name="connsiteY0" fmla="*/ 1584176 h 1718293"/>
              <a:gd name="connsiteX1" fmla="*/ 492256 w 972576"/>
              <a:gd name="connsiteY1" fmla="*/ 0 h 1718293"/>
              <a:gd name="connsiteX2" fmla="*/ 960308 w 972576"/>
              <a:gd name="connsiteY2" fmla="*/ 1584176 h 1718293"/>
              <a:gd name="connsiteX3" fmla="*/ 24204 w 972576"/>
              <a:gd name="connsiteY3" fmla="*/ 1584176 h 1718293"/>
              <a:gd name="connsiteX0" fmla="*/ 10375 w 958747"/>
              <a:gd name="connsiteY0" fmla="*/ 1584176 h 1715454"/>
              <a:gd name="connsiteX1" fmla="*/ 478427 w 958747"/>
              <a:gd name="connsiteY1" fmla="*/ 0 h 1715454"/>
              <a:gd name="connsiteX2" fmla="*/ 946479 w 958747"/>
              <a:gd name="connsiteY2" fmla="*/ 1584176 h 1715454"/>
              <a:gd name="connsiteX3" fmla="*/ 10375 w 958747"/>
              <a:gd name="connsiteY3" fmla="*/ 1584176 h 1715454"/>
              <a:gd name="connsiteX0" fmla="*/ 14946 w 963318"/>
              <a:gd name="connsiteY0" fmla="*/ 1584176 h 1681539"/>
              <a:gd name="connsiteX1" fmla="*/ 482998 w 963318"/>
              <a:gd name="connsiteY1" fmla="*/ 0 h 1681539"/>
              <a:gd name="connsiteX2" fmla="*/ 951050 w 963318"/>
              <a:gd name="connsiteY2" fmla="*/ 1584176 h 1681539"/>
              <a:gd name="connsiteX3" fmla="*/ 14946 w 963318"/>
              <a:gd name="connsiteY3" fmla="*/ 1584176 h 1681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3318" h="1681539">
                <a:moveTo>
                  <a:pt x="14946" y="1584176"/>
                </a:moveTo>
                <a:cubicBezTo>
                  <a:pt x="-83043" y="1472267"/>
                  <a:pt x="326981" y="0"/>
                  <a:pt x="482998" y="0"/>
                </a:cubicBezTo>
                <a:cubicBezTo>
                  <a:pt x="639015" y="0"/>
                  <a:pt x="1038072" y="1449789"/>
                  <a:pt x="951050" y="1584176"/>
                </a:cubicBezTo>
                <a:cubicBezTo>
                  <a:pt x="857722" y="1728302"/>
                  <a:pt x="115358" y="1698853"/>
                  <a:pt x="14946" y="1584176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700" i="1" dirty="0">
                <a:solidFill>
                  <a:schemeClr val="bg1"/>
                </a:solidFill>
              </a:rPr>
              <a:t>zwischen </a:t>
            </a:r>
            <a:r>
              <a:rPr lang="de-DE" sz="700" b="1" dirty="0">
                <a:solidFill>
                  <a:schemeClr val="bg1"/>
                </a:solidFill>
              </a:rPr>
              <a:t>E</a:t>
            </a:r>
            <a:r>
              <a:rPr lang="de-DE" sz="700" dirty="0">
                <a:solidFill>
                  <a:schemeClr val="bg1"/>
                </a:solidFill>
              </a:rPr>
              <a:t> </a:t>
            </a:r>
            <a:r>
              <a:rPr lang="de-DE" sz="700" i="1" dirty="0">
                <a:solidFill>
                  <a:schemeClr val="bg1"/>
                </a:solidFill>
              </a:rPr>
              <a:t>und</a:t>
            </a:r>
            <a:r>
              <a:rPr lang="de-DE" sz="700" dirty="0">
                <a:solidFill>
                  <a:schemeClr val="bg1"/>
                </a:solidFill>
              </a:rPr>
              <a:t> </a:t>
            </a:r>
            <a:r>
              <a:rPr lang="de-DE" sz="700" b="1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32" name="Triangle 13">
            <a:extLst>
              <a:ext uri="{FF2B5EF4-FFF2-40B4-BE49-F238E27FC236}">
                <a16:creationId xmlns:a16="http://schemas.microsoft.com/office/drawing/2014/main" id="{CADF4B8D-FB77-C11C-837F-12F6B522B693}"/>
              </a:ext>
            </a:extLst>
          </p:cNvPr>
          <p:cNvSpPr/>
          <p:nvPr/>
        </p:nvSpPr>
        <p:spPr bwMode="gray">
          <a:xfrm>
            <a:off x="2327485" y="2676909"/>
            <a:ext cx="588331" cy="542913"/>
          </a:xfrm>
          <a:custGeom>
            <a:avLst/>
            <a:gdLst>
              <a:gd name="connsiteX0" fmla="*/ 0 w 936104"/>
              <a:gd name="connsiteY0" fmla="*/ 1584176 h 1584176"/>
              <a:gd name="connsiteX1" fmla="*/ 468052 w 936104"/>
              <a:gd name="connsiteY1" fmla="*/ 0 h 1584176"/>
              <a:gd name="connsiteX2" fmla="*/ 936104 w 936104"/>
              <a:gd name="connsiteY2" fmla="*/ 1584176 h 1584176"/>
              <a:gd name="connsiteX3" fmla="*/ 0 w 936104"/>
              <a:gd name="connsiteY3" fmla="*/ 1584176 h 1584176"/>
              <a:gd name="connsiteX0" fmla="*/ 10201 w 956506"/>
              <a:gd name="connsiteY0" fmla="*/ 1584176 h 1584176"/>
              <a:gd name="connsiteX1" fmla="*/ 478253 w 956506"/>
              <a:gd name="connsiteY1" fmla="*/ 0 h 1584176"/>
              <a:gd name="connsiteX2" fmla="*/ 946305 w 956506"/>
              <a:gd name="connsiteY2" fmla="*/ 1584176 h 1584176"/>
              <a:gd name="connsiteX3" fmla="*/ 10201 w 956506"/>
              <a:gd name="connsiteY3" fmla="*/ 1584176 h 1584176"/>
              <a:gd name="connsiteX0" fmla="*/ 10201 w 956506"/>
              <a:gd name="connsiteY0" fmla="*/ 1584176 h 1717174"/>
              <a:gd name="connsiteX1" fmla="*/ 478253 w 956506"/>
              <a:gd name="connsiteY1" fmla="*/ 0 h 1717174"/>
              <a:gd name="connsiteX2" fmla="*/ 946305 w 956506"/>
              <a:gd name="connsiteY2" fmla="*/ 1584176 h 1717174"/>
              <a:gd name="connsiteX3" fmla="*/ 10201 w 956506"/>
              <a:gd name="connsiteY3" fmla="*/ 1584176 h 1717174"/>
              <a:gd name="connsiteX0" fmla="*/ 10201 w 1018722"/>
              <a:gd name="connsiteY0" fmla="*/ 1584176 h 1717174"/>
              <a:gd name="connsiteX1" fmla="*/ 478253 w 1018722"/>
              <a:gd name="connsiteY1" fmla="*/ 0 h 1717174"/>
              <a:gd name="connsiteX2" fmla="*/ 946305 w 1018722"/>
              <a:gd name="connsiteY2" fmla="*/ 1584176 h 1717174"/>
              <a:gd name="connsiteX3" fmla="*/ 10201 w 1018722"/>
              <a:gd name="connsiteY3" fmla="*/ 1584176 h 1717174"/>
              <a:gd name="connsiteX0" fmla="*/ 10201 w 959015"/>
              <a:gd name="connsiteY0" fmla="*/ 1584176 h 1793983"/>
              <a:gd name="connsiteX1" fmla="*/ 478253 w 959015"/>
              <a:gd name="connsiteY1" fmla="*/ 0 h 1793983"/>
              <a:gd name="connsiteX2" fmla="*/ 946305 w 959015"/>
              <a:gd name="connsiteY2" fmla="*/ 1584176 h 1793983"/>
              <a:gd name="connsiteX3" fmla="*/ 10201 w 959015"/>
              <a:gd name="connsiteY3" fmla="*/ 1584176 h 1793983"/>
              <a:gd name="connsiteX0" fmla="*/ 10201 w 958573"/>
              <a:gd name="connsiteY0" fmla="*/ 1584176 h 1755253"/>
              <a:gd name="connsiteX1" fmla="*/ 478253 w 958573"/>
              <a:gd name="connsiteY1" fmla="*/ 0 h 1755253"/>
              <a:gd name="connsiteX2" fmla="*/ 946305 w 958573"/>
              <a:gd name="connsiteY2" fmla="*/ 1584176 h 1755253"/>
              <a:gd name="connsiteX3" fmla="*/ 10201 w 958573"/>
              <a:gd name="connsiteY3" fmla="*/ 1584176 h 1755253"/>
              <a:gd name="connsiteX0" fmla="*/ 24204 w 972576"/>
              <a:gd name="connsiteY0" fmla="*/ 1584176 h 1718293"/>
              <a:gd name="connsiteX1" fmla="*/ 492256 w 972576"/>
              <a:gd name="connsiteY1" fmla="*/ 0 h 1718293"/>
              <a:gd name="connsiteX2" fmla="*/ 960308 w 972576"/>
              <a:gd name="connsiteY2" fmla="*/ 1584176 h 1718293"/>
              <a:gd name="connsiteX3" fmla="*/ 24204 w 972576"/>
              <a:gd name="connsiteY3" fmla="*/ 1584176 h 1718293"/>
              <a:gd name="connsiteX0" fmla="*/ 10375 w 958747"/>
              <a:gd name="connsiteY0" fmla="*/ 1584176 h 1715454"/>
              <a:gd name="connsiteX1" fmla="*/ 478427 w 958747"/>
              <a:gd name="connsiteY1" fmla="*/ 0 h 1715454"/>
              <a:gd name="connsiteX2" fmla="*/ 946479 w 958747"/>
              <a:gd name="connsiteY2" fmla="*/ 1584176 h 1715454"/>
              <a:gd name="connsiteX3" fmla="*/ 10375 w 958747"/>
              <a:gd name="connsiteY3" fmla="*/ 1584176 h 1715454"/>
              <a:gd name="connsiteX0" fmla="*/ 14946 w 963318"/>
              <a:gd name="connsiteY0" fmla="*/ 1584176 h 1681539"/>
              <a:gd name="connsiteX1" fmla="*/ 482998 w 963318"/>
              <a:gd name="connsiteY1" fmla="*/ 0 h 1681539"/>
              <a:gd name="connsiteX2" fmla="*/ 951050 w 963318"/>
              <a:gd name="connsiteY2" fmla="*/ 1584176 h 1681539"/>
              <a:gd name="connsiteX3" fmla="*/ 14946 w 963318"/>
              <a:gd name="connsiteY3" fmla="*/ 1584176 h 1681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3318" h="1681539">
                <a:moveTo>
                  <a:pt x="14946" y="1584176"/>
                </a:moveTo>
                <a:cubicBezTo>
                  <a:pt x="-83043" y="1472267"/>
                  <a:pt x="326981" y="0"/>
                  <a:pt x="482998" y="0"/>
                </a:cubicBezTo>
                <a:cubicBezTo>
                  <a:pt x="639015" y="0"/>
                  <a:pt x="1038072" y="1449789"/>
                  <a:pt x="951050" y="1584176"/>
                </a:cubicBezTo>
                <a:cubicBezTo>
                  <a:pt x="857722" y="1728302"/>
                  <a:pt x="115358" y="1698853"/>
                  <a:pt x="14946" y="1584176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700" i="1" dirty="0">
                <a:solidFill>
                  <a:schemeClr val="bg1"/>
                </a:solidFill>
              </a:rPr>
              <a:t>größer als </a:t>
            </a:r>
            <a:r>
              <a:rPr lang="de-DE" sz="700" b="1" dirty="0">
                <a:solidFill>
                  <a:schemeClr val="bg1"/>
                </a:solidFill>
              </a:rPr>
              <a:t>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F298DF8-A780-3C18-613F-7F60C12ACAD3}"/>
              </a:ext>
            </a:extLst>
          </p:cNvPr>
          <p:cNvCxnSpPr>
            <a:cxnSpLocks/>
            <a:endCxn id="27" idx="0"/>
          </p:cNvCxnSpPr>
          <p:nvPr/>
        </p:nvCxnSpPr>
        <p:spPr bwMode="gray">
          <a:xfrm>
            <a:off x="1716512" y="1915429"/>
            <a:ext cx="0" cy="163587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2112DBF-1FDA-E064-EBB5-F1020F8A092F}"/>
              </a:ext>
            </a:extLst>
          </p:cNvPr>
          <p:cNvCxnSpPr>
            <a:cxnSpLocks/>
            <a:stCxn id="51" idx="3"/>
          </p:cNvCxnSpPr>
          <p:nvPr/>
        </p:nvCxnSpPr>
        <p:spPr bwMode="gray">
          <a:xfrm>
            <a:off x="1125292" y="1869222"/>
            <a:ext cx="402189" cy="21864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ACE63328-934A-5CDA-8A6B-AAA83E462713}"/>
              </a:ext>
            </a:extLst>
          </p:cNvPr>
          <p:cNvSpPr txBox="1"/>
          <p:nvPr/>
        </p:nvSpPr>
        <p:spPr bwMode="gray">
          <a:xfrm>
            <a:off x="899592" y="1702533"/>
            <a:ext cx="225700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 err="1">
                <a:solidFill>
                  <a:srgbClr val="C00000"/>
                </a:solidFill>
              </a:rPr>
              <a:t>n</a:t>
            </a:r>
            <a:r>
              <a:rPr lang="de-DE" sz="1200" dirty="0">
                <a:solidFill>
                  <a:srgbClr val="C00000"/>
                </a:solidFill>
              </a:rPr>
              <a:t> 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0149390-01E7-7766-58C5-0BE8A794C64D}"/>
              </a:ext>
            </a:extLst>
          </p:cNvPr>
          <p:cNvCxnSpPr>
            <a:cxnSpLocks/>
            <a:stCxn id="54" idx="2"/>
          </p:cNvCxnSpPr>
          <p:nvPr/>
        </p:nvCxnSpPr>
        <p:spPr bwMode="gray">
          <a:xfrm flipH="1">
            <a:off x="2400669" y="2035911"/>
            <a:ext cx="352365" cy="25620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4FE5DB29-8F79-939A-09EA-B18746E0C254}"/>
              </a:ext>
            </a:extLst>
          </p:cNvPr>
          <p:cNvSpPr txBox="1"/>
          <p:nvPr/>
        </p:nvSpPr>
        <p:spPr bwMode="gray">
          <a:xfrm>
            <a:off x="2626319" y="1787514"/>
            <a:ext cx="253429" cy="248397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>
                <a:solidFill>
                  <a:srgbClr val="C00000"/>
                </a:solidFill>
              </a:rPr>
              <a:t>x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A6569FB7-70F9-A2EE-6AAD-6DC6AD92F4A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92043" y="2041883"/>
            <a:ext cx="3871652" cy="21043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0C1971-47F1-6954-2286-410DE99D2ADE}"/>
              </a:ext>
            </a:extLst>
          </p:cNvPr>
          <p:cNvSpPr txBox="1"/>
          <p:nvPr/>
        </p:nvSpPr>
        <p:spPr bwMode="gray">
          <a:xfrm>
            <a:off x="4521642" y="4191020"/>
            <a:ext cx="161245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200" b="1" dirty="0">
                <a:hlinkClick r:id="rId3"/>
              </a:rPr>
              <a:t>redblack_bst.h</a:t>
            </a:r>
            <a:endParaRPr lang="en-DE" sz="1200" b="1" dirty="0"/>
          </a:p>
        </p:txBody>
      </p:sp>
    </p:spTree>
    <p:extLst>
      <p:ext uri="{BB962C8B-B14F-4D97-AF65-F5344CB8AC3E}">
        <p14:creationId xmlns:p14="http://schemas.microsoft.com/office/powerpoint/2010/main" val="18749053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3" grpId="0" animBg="1"/>
      <p:bldP spid="15" grpId="0" animBg="1"/>
      <p:bldP spid="18" grpId="0" animBg="1"/>
      <p:bldP spid="19" grpId="0" animBg="1"/>
      <p:bldP spid="20" grpId="0" animBg="1"/>
      <p:bldP spid="25" grpId="0" animBg="1"/>
      <p:bldP spid="27" grpId="0" animBg="1"/>
      <p:bldP spid="30" grpId="0" animBg="1"/>
      <p:bldP spid="31" grpId="0" animBg="1"/>
      <p:bldP spid="32" grpId="0" animBg="1"/>
      <p:bldP spid="51" grpId="0"/>
      <p:bldP spid="5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79D7770-304A-41CC-5777-3005F186E13A}"/>
              </a:ext>
            </a:extLst>
          </p:cNvPr>
          <p:cNvCxnSpPr>
            <a:cxnSpLocks/>
            <a:stCxn id="25" idx="1"/>
            <a:endCxn id="27" idx="5"/>
          </p:cNvCxnSpPr>
          <p:nvPr/>
        </p:nvCxnSpPr>
        <p:spPr bwMode="gray">
          <a:xfrm flipH="1" flipV="1">
            <a:off x="1792888" y="3711813"/>
            <a:ext cx="423393" cy="1451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04CD1C4F-DB3D-AFF7-9F13-8AE8FDF1C5D3}"/>
              </a:ext>
            </a:extLst>
          </p:cNvPr>
          <p:cNvCxnSpPr>
            <a:cxnSpLocks/>
            <a:stCxn id="13" idx="3"/>
            <a:endCxn id="15" idx="7"/>
          </p:cNvCxnSpPr>
          <p:nvPr/>
        </p:nvCxnSpPr>
        <p:spPr bwMode="gray">
          <a:xfrm flipH="1">
            <a:off x="1745432" y="2064579"/>
            <a:ext cx="369560" cy="12083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15C7058-E5A6-CC7B-3992-1E741457C6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6877051" cy="395809"/>
          </a:xfrm>
        </p:spPr>
        <p:txBody>
          <a:bodyPr/>
          <a:lstStyle/>
          <a:p>
            <a:r>
              <a:rPr lang="de-DE" b="1" dirty="0"/>
              <a:t>Invarianten</a:t>
            </a:r>
            <a:r>
              <a:rPr lang="de-DE" dirty="0"/>
              <a:t>: Symmetrische Ordnung und Perfekte Balance bleiben gewahrt!</a:t>
            </a:r>
            <a:endParaRPr lang="de-DE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CEEE2A5-278F-6F1A-FD3A-CA4C852B7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Elementare Operation: Rechtsrotation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6AC2259-9847-FFC6-4C89-F6227C6110C1}"/>
              </a:ext>
            </a:extLst>
          </p:cNvPr>
          <p:cNvCxnSpPr>
            <a:cxnSpLocks/>
            <a:stCxn id="13" idx="3"/>
            <a:endCxn id="15" idx="7"/>
          </p:cNvCxnSpPr>
          <p:nvPr/>
        </p:nvCxnSpPr>
        <p:spPr bwMode="gray">
          <a:xfrm flipH="1">
            <a:off x="1745432" y="2064579"/>
            <a:ext cx="369560" cy="12083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61641B86-B24F-A338-2DE7-63E47038425D}"/>
              </a:ext>
            </a:extLst>
          </p:cNvPr>
          <p:cNvSpPr/>
          <p:nvPr/>
        </p:nvSpPr>
        <p:spPr bwMode="gray">
          <a:xfrm>
            <a:off x="2083356" y="188019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14D0F73-957D-47C1-8FDB-F1782C663E23}"/>
              </a:ext>
            </a:extLst>
          </p:cNvPr>
          <p:cNvCxnSpPr>
            <a:cxnSpLocks/>
            <a:stCxn id="13" idx="5"/>
            <a:endCxn id="20" idx="1"/>
          </p:cNvCxnSpPr>
          <p:nvPr/>
        </p:nvCxnSpPr>
        <p:spPr bwMode="gray">
          <a:xfrm>
            <a:off x="2267744" y="2064579"/>
            <a:ext cx="391162" cy="1575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4DC0C7EC-FB24-52EC-E639-381CCAED7867}"/>
              </a:ext>
            </a:extLst>
          </p:cNvPr>
          <p:cNvSpPr/>
          <p:nvPr/>
        </p:nvSpPr>
        <p:spPr bwMode="gray">
          <a:xfrm>
            <a:off x="1561044" y="215378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B273313-F453-951C-0C6E-4D4320599567}"/>
              </a:ext>
            </a:extLst>
          </p:cNvPr>
          <p:cNvCxnSpPr>
            <a:cxnSpLocks/>
            <a:stCxn id="15" idx="3"/>
            <a:endCxn id="18" idx="1"/>
          </p:cNvCxnSpPr>
          <p:nvPr/>
        </p:nvCxnSpPr>
        <p:spPr bwMode="gray">
          <a:xfrm flipH="1">
            <a:off x="1339961" y="2338169"/>
            <a:ext cx="252719" cy="8920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48AD644-ADAB-7824-F7C2-093D2FECD5CB}"/>
              </a:ext>
            </a:extLst>
          </p:cNvPr>
          <p:cNvCxnSpPr>
            <a:cxnSpLocks/>
            <a:stCxn id="15" idx="5"/>
            <a:endCxn id="19" idx="1"/>
          </p:cNvCxnSpPr>
          <p:nvPr/>
        </p:nvCxnSpPr>
        <p:spPr bwMode="gray">
          <a:xfrm>
            <a:off x="1745432" y="2338169"/>
            <a:ext cx="254354" cy="8707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riangle 13">
            <a:extLst>
              <a:ext uri="{FF2B5EF4-FFF2-40B4-BE49-F238E27FC236}">
                <a16:creationId xmlns:a16="http://schemas.microsoft.com/office/drawing/2014/main" id="{85725C0C-C781-B78D-2381-C13EAB23A272}"/>
              </a:ext>
            </a:extLst>
          </p:cNvPr>
          <p:cNvSpPr/>
          <p:nvPr/>
        </p:nvSpPr>
        <p:spPr bwMode="gray">
          <a:xfrm>
            <a:off x="1044978" y="2427371"/>
            <a:ext cx="588331" cy="542913"/>
          </a:xfrm>
          <a:custGeom>
            <a:avLst/>
            <a:gdLst>
              <a:gd name="connsiteX0" fmla="*/ 0 w 936104"/>
              <a:gd name="connsiteY0" fmla="*/ 1584176 h 1584176"/>
              <a:gd name="connsiteX1" fmla="*/ 468052 w 936104"/>
              <a:gd name="connsiteY1" fmla="*/ 0 h 1584176"/>
              <a:gd name="connsiteX2" fmla="*/ 936104 w 936104"/>
              <a:gd name="connsiteY2" fmla="*/ 1584176 h 1584176"/>
              <a:gd name="connsiteX3" fmla="*/ 0 w 936104"/>
              <a:gd name="connsiteY3" fmla="*/ 1584176 h 1584176"/>
              <a:gd name="connsiteX0" fmla="*/ 10201 w 956506"/>
              <a:gd name="connsiteY0" fmla="*/ 1584176 h 1584176"/>
              <a:gd name="connsiteX1" fmla="*/ 478253 w 956506"/>
              <a:gd name="connsiteY1" fmla="*/ 0 h 1584176"/>
              <a:gd name="connsiteX2" fmla="*/ 946305 w 956506"/>
              <a:gd name="connsiteY2" fmla="*/ 1584176 h 1584176"/>
              <a:gd name="connsiteX3" fmla="*/ 10201 w 956506"/>
              <a:gd name="connsiteY3" fmla="*/ 1584176 h 1584176"/>
              <a:gd name="connsiteX0" fmla="*/ 10201 w 956506"/>
              <a:gd name="connsiteY0" fmla="*/ 1584176 h 1717174"/>
              <a:gd name="connsiteX1" fmla="*/ 478253 w 956506"/>
              <a:gd name="connsiteY1" fmla="*/ 0 h 1717174"/>
              <a:gd name="connsiteX2" fmla="*/ 946305 w 956506"/>
              <a:gd name="connsiteY2" fmla="*/ 1584176 h 1717174"/>
              <a:gd name="connsiteX3" fmla="*/ 10201 w 956506"/>
              <a:gd name="connsiteY3" fmla="*/ 1584176 h 1717174"/>
              <a:gd name="connsiteX0" fmla="*/ 10201 w 1018722"/>
              <a:gd name="connsiteY0" fmla="*/ 1584176 h 1717174"/>
              <a:gd name="connsiteX1" fmla="*/ 478253 w 1018722"/>
              <a:gd name="connsiteY1" fmla="*/ 0 h 1717174"/>
              <a:gd name="connsiteX2" fmla="*/ 946305 w 1018722"/>
              <a:gd name="connsiteY2" fmla="*/ 1584176 h 1717174"/>
              <a:gd name="connsiteX3" fmla="*/ 10201 w 1018722"/>
              <a:gd name="connsiteY3" fmla="*/ 1584176 h 1717174"/>
              <a:gd name="connsiteX0" fmla="*/ 10201 w 959015"/>
              <a:gd name="connsiteY0" fmla="*/ 1584176 h 1793983"/>
              <a:gd name="connsiteX1" fmla="*/ 478253 w 959015"/>
              <a:gd name="connsiteY1" fmla="*/ 0 h 1793983"/>
              <a:gd name="connsiteX2" fmla="*/ 946305 w 959015"/>
              <a:gd name="connsiteY2" fmla="*/ 1584176 h 1793983"/>
              <a:gd name="connsiteX3" fmla="*/ 10201 w 959015"/>
              <a:gd name="connsiteY3" fmla="*/ 1584176 h 1793983"/>
              <a:gd name="connsiteX0" fmla="*/ 10201 w 958573"/>
              <a:gd name="connsiteY0" fmla="*/ 1584176 h 1755253"/>
              <a:gd name="connsiteX1" fmla="*/ 478253 w 958573"/>
              <a:gd name="connsiteY1" fmla="*/ 0 h 1755253"/>
              <a:gd name="connsiteX2" fmla="*/ 946305 w 958573"/>
              <a:gd name="connsiteY2" fmla="*/ 1584176 h 1755253"/>
              <a:gd name="connsiteX3" fmla="*/ 10201 w 958573"/>
              <a:gd name="connsiteY3" fmla="*/ 1584176 h 1755253"/>
              <a:gd name="connsiteX0" fmla="*/ 24204 w 972576"/>
              <a:gd name="connsiteY0" fmla="*/ 1584176 h 1718293"/>
              <a:gd name="connsiteX1" fmla="*/ 492256 w 972576"/>
              <a:gd name="connsiteY1" fmla="*/ 0 h 1718293"/>
              <a:gd name="connsiteX2" fmla="*/ 960308 w 972576"/>
              <a:gd name="connsiteY2" fmla="*/ 1584176 h 1718293"/>
              <a:gd name="connsiteX3" fmla="*/ 24204 w 972576"/>
              <a:gd name="connsiteY3" fmla="*/ 1584176 h 1718293"/>
              <a:gd name="connsiteX0" fmla="*/ 10375 w 958747"/>
              <a:gd name="connsiteY0" fmla="*/ 1584176 h 1715454"/>
              <a:gd name="connsiteX1" fmla="*/ 478427 w 958747"/>
              <a:gd name="connsiteY1" fmla="*/ 0 h 1715454"/>
              <a:gd name="connsiteX2" fmla="*/ 946479 w 958747"/>
              <a:gd name="connsiteY2" fmla="*/ 1584176 h 1715454"/>
              <a:gd name="connsiteX3" fmla="*/ 10375 w 958747"/>
              <a:gd name="connsiteY3" fmla="*/ 1584176 h 1715454"/>
              <a:gd name="connsiteX0" fmla="*/ 14946 w 963318"/>
              <a:gd name="connsiteY0" fmla="*/ 1584176 h 1681539"/>
              <a:gd name="connsiteX1" fmla="*/ 482998 w 963318"/>
              <a:gd name="connsiteY1" fmla="*/ 0 h 1681539"/>
              <a:gd name="connsiteX2" fmla="*/ 951050 w 963318"/>
              <a:gd name="connsiteY2" fmla="*/ 1584176 h 1681539"/>
              <a:gd name="connsiteX3" fmla="*/ 14946 w 963318"/>
              <a:gd name="connsiteY3" fmla="*/ 1584176 h 1681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3318" h="1681539">
                <a:moveTo>
                  <a:pt x="14946" y="1584176"/>
                </a:moveTo>
                <a:cubicBezTo>
                  <a:pt x="-83043" y="1472267"/>
                  <a:pt x="326981" y="0"/>
                  <a:pt x="482998" y="0"/>
                </a:cubicBezTo>
                <a:cubicBezTo>
                  <a:pt x="639015" y="0"/>
                  <a:pt x="1038072" y="1449789"/>
                  <a:pt x="951050" y="1584176"/>
                </a:cubicBezTo>
                <a:cubicBezTo>
                  <a:pt x="857722" y="1728302"/>
                  <a:pt x="115358" y="1698853"/>
                  <a:pt x="14946" y="1584176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700" i="1" dirty="0">
                <a:solidFill>
                  <a:schemeClr val="bg1"/>
                </a:solidFill>
              </a:rPr>
              <a:t>kleiner als </a:t>
            </a:r>
            <a:r>
              <a:rPr lang="de-DE" sz="7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9" name="Triangle 13">
            <a:extLst>
              <a:ext uri="{FF2B5EF4-FFF2-40B4-BE49-F238E27FC236}">
                <a16:creationId xmlns:a16="http://schemas.microsoft.com/office/drawing/2014/main" id="{7F2034F7-50A4-A851-C499-842F493A28D5}"/>
              </a:ext>
            </a:extLst>
          </p:cNvPr>
          <p:cNvSpPr/>
          <p:nvPr/>
        </p:nvSpPr>
        <p:spPr bwMode="gray">
          <a:xfrm>
            <a:off x="1704803" y="2425241"/>
            <a:ext cx="588331" cy="542913"/>
          </a:xfrm>
          <a:custGeom>
            <a:avLst/>
            <a:gdLst>
              <a:gd name="connsiteX0" fmla="*/ 0 w 936104"/>
              <a:gd name="connsiteY0" fmla="*/ 1584176 h 1584176"/>
              <a:gd name="connsiteX1" fmla="*/ 468052 w 936104"/>
              <a:gd name="connsiteY1" fmla="*/ 0 h 1584176"/>
              <a:gd name="connsiteX2" fmla="*/ 936104 w 936104"/>
              <a:gd name="connsiteY2" fmla="*/ 1584176 h 1584176"/>
              <a:gd name="connsiteX3" fmla="*/ 0 w 936104"/>
              <a:gd name="connsiteY3" fmla="*/ 1584176 h 1584176"/>
              <a:gd name="connsiteX0" fmla="*/ 10201 w 956506"/>
              <a:gd name="connsiteY0" fmla="*/ 1584176 h 1584176"/>
              <a:gd name="connsiteX1" fmla="*/ 478253 w 956506"/>
              <a:gd name="connsiteY1" fmla="*/ 0 h 1584176"/>
              <a:gd name="connsiteX2" fmla="*/ 946305 w 956506"/>
              <a:gd name="connsiteY2" fmla="*/ 1584176 h 1584176"/>
              <a:gd name="connsiteX3" fmla="*/ 10201 w 956506"/>
              <a:gd name="connsiteY3" fmla="*/ 1584176 h 1584176"/>
              <a:gd name="connsiteX0" fmla="*/ 10201 w 956506"/>
              <a:gd name="connsiteY0" fmla="*/ 1584176 h 1717174"/>
              <a:gd name="connsiteX1" fmla="*/ 478253 w 956506"/>
              <a:gd name="connsiteY1" fmla="*/ 0 h 1717174"/>
              <a:gd name="connsiteX2" fmla="*/ 946305 w 956506"/>
              <a:gd name="connsiteY2" fmla="*/ 1584176 h 1717174"/>
              <a:gd name="connsiteX3" fmla="*/ 10201 w 956506"/>
              <a:gd name="connsiteY3" fmla="*/ 1584176 h 1717174"/>
              <a:gd name="connsiteX0" fmla="*/ 10201 w 1018722"/>
              <a:gd name="connsiteY0" fmla="*/ 1584176 h 1717174"/>
              <a:gd name="connsiteX1" fmla="*/ 478253 w 1018722"/>
              <a:gd name="connsiteY1" fmla="*/ 0 h 1717174"/>
              <a:gd name="connsiteX2" fmla="*/ 946305 w 1018722"/>
              <a:gd name="connsiteY2" fmla="*/ 1584176 h 1717174"/>
              <a:gd name="connsiteX3" fmla="*/ 10201 w 1018722"/>
              <a:gd name="connsiteY3" fmla="*/ 1584176 h 1717174"/>
              <a:gd name="connsiteX0" fmla="*/ 10201 w 959015"/>
              <a:gd name="connsiteY0" fmla="*/ 1584176 h 1793983"/>
              <a:gd name="connsiteX1" fmla="*/ 478253 w 959015"/>
              <a:gd name="connsiteY1" fmla="*/ 0 h 1793983"/>
              <a:gd name="connsiteX2" fmla="*/ 946305 w 959015"/>
              <a:gd name="connsiteY2" fmla="*/ 1584176 h 1793983"/>
              <a:gd name="connsiteX3" fmla="*/ 10201 w 959015"/>
              <a:gd name="connsiteY3" fmla="*/ 1584176 h 1793983"/>
              <a:gd name="connsiteX0" fmla="*/ 10201 w 958573"/>
              <a:gd name="connsiteY0" fmla="*/ 1584176 h 1755253"/>
              <a:gd name="connsiteX1" fmla="*/ 478253 w 958573"/>
              <a:gd name="connsiteY1" fmla="*/ 0 h 1755253"/>
              <a:gd name="connsiteX2" fmla="*/ 946305 w 958573"/>
              <a:gd name="connsiteY2" fmla="*/ 1584176 h 1755253"/>
              <a:gd name="connsiteX3" fmla="*/ 10201 w 958573"/>
              <a:gd name="connsiteY3" fmla="*/ 1584176 h 1755253"/>
              <a:gd name="connsiteX0" fmla="*/ 24204 w 972576"/>
              <a:gd name="connsiteY0" fmla="*/ 1584176 h 1718293"/>
              <a:gd name="connsiteX1" fmla="*/ 492256 w 972576"/>
              <a:gd name="connsiteY1" fmla="*/ 0 h 1718293"/>
              <a:gd name="connsiteX2" fmla="*/ 960308 w 972576"/>
              <a:gd name="connsiteY2" fmla="*/ 1584176 h 1718293"/>
              <a:gd name="connsiteX3" fmla="*/ 24204 w 972576"/>
              <a:gd name="connsiteY3" fmla="*/ 1584176 h 1718293"/>
              <a:gd name="connsiteX0" fmla="*/ 10375 w 958747"/>
              <a:gd name="connsiteY0" fmla="*/ 1584176 h 1715454"/>
              <a:gd name="connsiteX1" fmla="*/ 478427 w 958747"/>
              <a:gd name="connsiteY1" fmla="*/ 0 h 1715454"/>
              <a:gd name="connsiteX2" fmla="*/ 946479 w 958747"/>
              <a:gd name="connsiteY2" fmla="*/ 1584176 h 1715454"/>
              <a:gd name="connsiteX3" fmla="*/ 10375 w 958747"/>
              <a:gd name="connsiteY3" fmla="*/ 1584176 h 1715454"/>
              <a:gd name="connsiteX0" fmla="*/ 14946 w 963318"/>
              <a:gd name="connsiteY0" fmla="*/ 1584176 h 1681539"/>
              <a:gd name="connsiteX1" fmla="*/ 482998 w 963318"/>
              <a:gd name="connsiteY1" fmla="*/ 0 h 1681539"/>
              <a:gd name="connsiteX2" fmla="*/ 951050 w 963318"/>
              <a:gd name="connsiteY2" fmla="*/ 1584176 h 1681539"/>
              <a:gd name="connsiteX3" fmla="*/ 14946 w 963318"/>
              <a:gd name="connsiteY3" fmla="*/ 1584176 h 1681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3318" h="1681539">
                <a:moveTo>
                  <a:pt x="14946" y="1584176"/>
                </a:moveTo>
                <a:cubicBezTo>
                  <a:pt x="-83043" y="1472267"/>
                  <a:pt x="326981" y="0"/>
                  <a:pt x="482998" y="0"/>
                </a:cubicBezTo>
                <a:cubicBezTo>
                  <a:pt x="639015" y="0"/>
                  <a:pt x="1038072" y="1449789"/>
                  <a:pt x="951050" y="1584176"/>
                </a:cubicBezTo>
                <a:cubicBezTo>
                  <a:pt x="857722" y="1728302"/>
                  <a:pt x="115358" y="1698853"/>
                  <a:pt x="14946" y="1584176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700" i="1" dirty="0">
                <a:solidFill>
                  <a:schemeClr val="bg1"/>
                </a:solidFill>
              </a:rPr>
              <a:t>zwischen </a:t>
            </a:r>
            <a:r>
              <a:rPr lang="de-DE" sz="700" b="1" dirty="0">
                <a:solidFill>
                  <a:schemeClr val="bg1"/>
                </a:solidFill>
              </a:rPr>
              <a:t>E</a:t>
            </a:r>
            <a:r>
              <a:rPr lang="de-DE" sz="700" dirty="0">
                <a:solidFill>
                  <a:schemeClr val="bg1"/>
                </a:solidFill>
              </a:rPr>
              <a:t> </a:t>
            </a:r>
            <a:r>
              <a:rPr lang="de-DE" sz="700" i="1" dirty="0">
                <a:solidFill>
                  <a:schemeClr val="bg1"/>
                </a:solidFill>
              </a:rPr>
              <a:t>und</a:t>
            </a:r>
            <a:r>
              <a:rPr lang="de-DE" sz="700" dirty="0">
                <a:solidFill>
                  <a:schemeClr val="bg1"/>
                </a:solidFill>
              </a:rPr>
              <a:t> </a:t>
            </a:r>
            <a:r>
              <a:rPr lang="de-DE" sz="700" b="1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20" name="Triangle 13">
            <a:extLst>
              <a:ext uri="{FF2B5EF4-FFF2-40B4-BE49-F238E27FC236}">
                <a16:creationId xmlns:a16="http://schemas.microsoft.com/office/drawing/2014/main" id="{4E7F11C9-F12E-EA4D-CA4E-310C30B1469A}"/>
              </a:ext>
            </a:extLst>
          </p:cNvPr>
          <p:cNvSpPr/>
          <p:nvPr/>
        </p:nvSpPr>
        <p:spPr bwMode="gray">
          <a:xfrm>
            <a:off x="2363923" y="2222173"/>
            <a:ext cx="588331" cy="542913"/>
          </a:xfrm>
          <a:custGeom>
            <a:avLst/>
            <a:gdLst>
              <a:gd name="connsiteX0" fmla="*/ 0 w 936104"/>
              <a:gd name="connsiteY0" fmla="*/ 1584176 h 1584176"/>
              <a:gd name="connsiteX1" fmla="*/ 468052 w 936104"/>
              <a:gd name="connsiteY1" fmla="*/ 0 h 1584176"/>
              <a:gd name="connsiteX2" fmla="*/ 936104 w 936104"/>
              <a:gd name="connsiteY2" fmla="*/ 1584176 h 1584176"/>
              <a:gd name="connsiteX3" fmla="*/ 0 w 936104"/>
              <a:gd name="connsiteY3" fmla="*/ 1584176 h 1584176"/>
              <a:gd name="connsiteX0" fmla="*/ 10201 w 956506"/>
              <a:gd name="connsiteY0" fmla="*/ 1584176 h 1584176"/>
              <a:gd name="connsiteX1" fmla="*/ 478253 w 956506"/>
              <a:gd name="connsiteY1" fmla="*/ 0 h 1584176"/>
              <a:gd name="connsiteX2" fmla="*/ 946305 w 956506"/>
              <a:gd name="connsiteY2" fmla="*/ 1584176 h 1584176"/>
              <a:gd name="connsiteX3" fmla="*/ 10201 w 956506"/>
              <a:gd name="connsiteY3" fmla="*/ 1584176 h 1584176"/>
              <a:gd name="connsiteX0" fmla="*/ 10201 w 956506"/>
              <a:gd name="connsiteY0" fmla="*/ 1584176 h 1717174"/>
              <a:gd name="connsiteX1" fmla="*/ 478253 w 956506"/>
              <a:gd name="connsiteY1" fmla="*/ 0 h 1717174"/>
              <a:gd name="connsiteX2" fmla="*/ 946305 w 956506"/>
              <a:gd name="connsiteY2" fmla="*/ 1584176 h 1717174"/>
              <a:gd name="connsiteX3" fmla="*/ 10201 w 956506"/>
              <a:gd name="connsiteY3" fmla="*/ 1584176 h 1717174"/>
              <a:gd name="connsiteX0" fmla="*/ 10201 w 1018722"/>
              <a:gd name="connsiteY0" fmla="*/ 1584176 h 1717174"/>
              <a:gd name="connsiteX1" fmla="*/ 478253 w 1018722"/>
              <a:gd name="connsiteY1" fmla="*/ 0 h 1717174"/>
              <a:gd name="connsiteX2" fmla="*/ 946305 w 1018722"/>
              <a:gd name="connsiteY2" fmla="*/ 1584176 h 1717174"/>
              <a:gd name="connsiteX3" fmla="*/ 10201 w 1018722"/>
              <a:gd name="connsiteY3" fmla="*/ 1584176 h 1717174"/>
              <a:gd name="connsiteX0" fmla="*/ 10201 w 959015"/>
              <a:gd name="connsiteY0" fmla="*/ 1584176 h 1793983"/>
              <a:gd name="connsiteX1" fmla="*/ 478253 w 959015"/>
              <a:gd name="connsiteY1" fmla="*/ 0 h 1793983"/>
              <a:gd name="connsiteX2" fmla="*/ 946305 w 959015"/>
              <a:gd name="connsiteY2" fmla="*/ 1584176 h 1793983"/>
              <a:gd name="connsiteX3" fmla="*/ 10201 w 959015"/>
              <a:gd name="connsiteY3" fmla="*/ 1584176 h 1793983"/>
              <a:gd name="connsiteX0" fmla="*/ 10201 w 958573"/>
              <a:gd name="connsiteY0" fmla="*/ 1584176 h 1755253"/>
              <a:gd name="connsiteX1" fmla="*/ 478253 w 958573"/>
              <a:gd name="connsiteY1" fmla="*/ 0 h 1755253"/>
              <a:gd name="connsiteX2" fmla="*/ 946305 w 958573"/>
              <a:gd name="connsiteY2" fmla="*/ 1584176 h 1755253"/>
              <a:gd name="connsiteX3" fmla="*/ 10201 w 958573"/>
              <a:gd name="connsiteY3" fmla="*/ 1584176 h 1755253"/>
              <a:gd name="connsiteX0" fmla="*/ 24204 w 972576"/>
              <a:gd name="connsiteY0" fmla="*/ 1584176 h 1718293"/>
              <a:gd name="connsiteX1" fmla="*/ 492256 w 972576"/>
              <a:gd name="connsiteY1" fmla="*/ 0 h 1718293"/>
              <a:gd name="connsiteX2" fmla="*/ 960308 w 972576"/>
              <a:gd name="connsiteY2" fmla="*/ 1584176 h 1718293"/>
              <a:gd name="connsiteX3" fmla="*/ 24204 w 972576"/>
              <a:gd name="connsiteY3" fmla="*/ 1584176 h 1718293"/>
              <a:gd name="connsiteX0" fmla="*/ 10375 w 958747"/>
              <a:gd name="connsiteY0" fmla="*/ 1584176 h 1715454"/>
              <a:gd name="connsiteX1" fmla="*/ 478427 w 958747"/>
              <a:gd name="connsiteY1" fmla="*/ 0 h 1715454"/>
              <a:gd name="connsiteX2" fmla="*/ 946479 w 958747"/>
              <a:gd name="connsiteY2" fmla="*/ 1584176 h 1715454"/>
              <a:gd name="connsiteX3" fmla="*/ 10375 w 958747"/>
              <a:gd name="connsiteY3" fmla="*/ 1584176 h 1715454"/>
              <a:gd name="connsiteX0" fmla="*/ 14946 w 963318"/>
              <a:gd name="connsiteY0" fmla="*/ 1584176 h 1681539"/>
              <a:gd name="connsiteX1" fmla="*/ 482998 w 963318"/>
              <a:gd name="connsiteY1" fmla="*/ 0 h 1681539"/>
              <a:gd name="connsiteX2" fmla="*/ 951050 w 963318"/>
              <a:gd name="connsiteY2" fmla="*/ 1584176 h 1681539"/>
              <a:gd name="connsiteX3" fmla="*/ 14946 w 963318"/>
              <a:gd name="connsiteY3" fmla="*/ 1584176 h 1681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3318" h="1681539">
                <a:moveTo>
                  <a:pt x="14946" y="1584176"/>
                </a:moveTo>
                <a:cubicBezTo>
                  <a:pt x="-83043" y="1472267"/>
                  <a:pt x="326981" y="0"/>
                  <a:pt x="482998" y="0"/>
                </a:cubicBezTo>
                <a:cubicBezTo>
                  <a:pt x="639015" y="0"/>
                  <a:pt x="1038072" y="1449789"/>
                  <a:pt x="951050" y="1584176"/>
                </a:cubicBezTo>
                <a:cubicBezTo>
                  <a:pt x="857722" y="1728302"/>
                  <a:pt x="115358" y="1698853"/>
                  <a:pt x="14946" y="1584176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700" i="1" dirty="0">
                <a:solidFill>
                  <a:schemeClr val="bg1"/>
                </a:solidFill>
              </a:rPr>
              <a:t>größer als </a:t>
            </a:r>
            <a:r>
              <a:rPr lang="de-DE" sz="700" b="1" dirty="0">
                <a:solidFill>
                  <a:schemeClr val="bg1"/>
                </a:solidFill>
              </a:rPr>
              <a:t>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0AA84B6-2295-69E2-A8BA-B12203B47926}"/>
              </a:ext>
            </a:extLst>
          </p:cNvPr>
          <p:cNvCxnSpPr>
            <a:cxnSpLocks/>
            <a:endCxn id="13" idx="0"/>
          </p:cNvCxnSpPr>
          <p:nvPr/>
        </p:nvCxnSpPr>
        <p:spPr bwMode="gray">
          <a:xfrm>
            <a:off x="2191368" y="1707654"/>
            <a:ext cx="0" cy="172537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D8AAC4D-4036-D9D6-5912-F30067F4903D}"/>
              </a:ext>
            </a:extLst>
          </p:cNvPr>
          <p:cNvCxnSpPr>
            <a:cxnSpLocks/>
            <a:stCxn id="25" idx="1"/>
            <a:endCxn id="27" idx="5"/>
          </p:cNvCxnSpPr>
          <p:nvPr/>
        </p:nvCxnSpPr>
        <p:spPr bwMode="gray">
          <a:xfrm flipH="1" flipV="1">
            <a:off x="1792888" y="3711813"/>
            <a:ext cx="423393" cy="14511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9C278159-0A64-AEE7-530A-AFE6117248EF}"/>
              </a:ext>
            </a:extLst>
          </p:cNvPr>
          <p:cNvSpPr/>
          <p:nvPr/>
        </p:nvSpPr>
        <p:spPr bwMode="gray">
          <a:xfrm>
            <a:off x="2184645" y="382529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0A10D32-5B6D-79E8-F00A-8AFA0D996297}"/>
              </a:ext>
            </a:extLst>
          </p:cNvPr>
          <p:cNvCxnSpPr>
            <a:cxnSpLocks/>
            <a:stCxn id="25" idx="5"/>
            <a:endCxn id="32" idx="1"/>
          </p:cNvCxnSpPr>
          <p:nvPr/>
        </p:nvCxnSpPr>
        <p:spPr bwMode="gray">
          <a:xfrm>
            <a:off x="2369033" y="4009679"/>
            <a:ext cx="253435" cy="11563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21AC15D9-D198-AB60-6028-D25E73E345A5}"/>
              </a:ext>
            </a:extLst>
          </p:cNvPr>
          <p:cNvSpPr/>
          <p:nvPr/>
        </p:nvSpPr>
        <p:spPr bwMode="gray">
          <a:xfrm>
            <a:off x="1608500" y="3527425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5077140-9929-72CF-8008-D4534A3AE93A}"/>
              </a:ext>
            </a:extLst>
          </p:cNvPr>
          <p:cNvCxnSpPr>
            <a:cxnSpLocks/>
            <a:stCxn id="27" idx="3"/>
            <a:endCxn id="30" idx="1"/>
          </p:cNvCxnSpPr>
          <p:nvPr/>
        </p:nvCxnSpPr>
        <p:spPr bwMode="gray">
          <a:xfrm flipH="1">
            <a:off x="1369161" y="3711813"/>
            <a:ext cx="270975" cy="1081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8BE4D10-0452-1288-941A-0E68E7E2BA74}"/>
              </a:ext>
            </a:extLst>
          </p:cNvPr>
          <p:cNvCxnSpPr>
            <a:cxnSpLocks/>
            <a:stCxn id="31" idx="1"/>
            <a:endCxn id="25" idx="3"/>
          </p:cNvCxnSpPr>
          <p:nvPr/>
        </p:nvCxnSpPr>
        <p:spPr bwMode="gray">
          <a:xfrm flipV="1">
            <a:off x="1964481" y="4009679"/>
            <a:ext cx="251800" cy="11563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riangle 13">
            <a:extLst>
              <a:ext uri="{FF2B5EF4-FFF2-40B4-BE49-F238E27FC236}">
                <a16:creationId xmlns:a16="http://schemas.microsoft.com/office/drawing/2014/main" id="{E3AA1D02-7E08-096A-3F55-AA51A6CEE049}"/>
              </a:ext>
            </a:extLst>
          </p:cNvPr>
          <p:cNvSpPr/>
          <p:nvPr/>
        </p:nvSpPr>
        <p:spPr bwMode="gray">
          <a:xfrm>
            <a:off x="1074178" y="3819946"/>
            <a:ext cx="588331" cy="542913"/>
          </a:xfrm>
          <a:custGeom>
            <a:avLst/>
            <a:gdLst>
              <a:gd name="connsiteX0" fmla="*/ 0 w 936104"/>
              <a:gd name="connsiteY0" fmla="*/ 1584176 h 1584176"/>
              <a:gd name="connsiteX1" fmla="*/ 468052 w 936104"/>
              <a:gd name="connsiteY1" fmla="*/ 0 h 1584176"/>
              <a:gd name="connsiteX2" fmla="*/ 936104 w 936104"/>
              <a:gd name="connsiteY2" fmla="*/ 1584176 h 1584176"/>
              <a:gd name="connsiteX3" fmla="*/ 0 w 936104"/>
              <a:gd name="connsiteY3" fmla="*/ 1584176 h 1584176"/>
              <a:gd name="connsiteX0" fmla="*/ 10201 w 956506"/>
              <a:gd name="connsiteY0" fmla="*/ 1584176 h 1584176"/>
              <a:gd name="connsiteX1" fmla="*/ 478253 w 956506"/>
              <a:gd name="connsiteY1" fmla="*/ 0 h 1584176"/>
              <a:gd name="connsiteX2" fmla="*/ 946305 w 956506"/>
              <a:gd name="connsiteY2" fmla="*/ 1584176 h 1584176"/>
              <a:gd name="connsiteX3" fmla="*/ 10201 w 956506"/>
              <a:gd name="connsiteY3" fmla="*/ 1584176 h 1584176"/>
              <a:gd name="connsiteX0" fmla="*/ 10201 w 956506"/>
              <a:gd name="connsiteY0" fmla="*/ 1584176 h 1717174"/>
              <a:gd name="connsiteX1" fmla="*/ 478253 w 956506"/>
              <a:gd name="connsiteY1" fmla="*/ 0 h 1717174"/>
              <a:gd name="connsiteX2" fmla="*/ 946305 w 956506"/>
              <a:gd name="connsiteY2" fmla="*/ 1584176 h 1717174"/>
              <a:gd name="connsiteX3" fmla="*/ 10201 w 956506"/>
              <a:gd name="connsiteY3" fmla="*/ 1584176 h 1717174"/>
              <a:gd name="connsiteX0" fmla="*/ 10201 w 1018722"/>
              <a:gd name="connsiteY0" fmla="*/ 1584176 h 1717174"/>
              <a:gd name="connsiteX1" fmla="*/ 478253 w 1018722"/>
              <a:gd name="connsiteY1" fmla="*/ 0 h 1717174"/>
              <a:gd name="connsiteX2" fmla="*/ 946305 w 1018722"/>
              <a:gd name="connsiteY2" fmla="*/ 1584176 h 1717174"/>
              <a:gd name="connsiteX3" fmla="*/ 10201 w 1018722"/>
              <a:gd name="connsiteY3" fmla="*/ 1584176 h 1717174"/>
              <a:gd name="connsiteX0" fmla="*/ 10201 w 959015"/>
              <a:gd name="connsiteY0" fmla="*/ 1584176 h 1793983"/>
              <a:gd name="connsiteX1" fmla="*/ 478253 w 959015"/>
              <a:gd name="connsiteY1" fmla="*/ 0 h 1793983"/>
              <a:gd name="connsiteX2" fmla="*/ 946305 w 959015"/>
              <a:gd name="connsiteY2" fmla="*/ 1584176 h 1793983"/>
              <a:gd name="connsiteX3" fmla="*/ 10201 w 959015"/>
              <a:gd name="connsiteY3" fmla="*/ 1584176 h 1793983"/>
              <a:gd name="connsiteX0" fmla="*/ 10201 w 958573"/>
              <a:gd name="connsiteY0" fmla="*/ 1584176 h 1755253"/>
              <a:gd name="connsiteX1" fmla="*/ 478253 w 958573"/>
              <a:gd name="connsiteY1" fmla="*/ 0 h 1755253"/>
              <a:gd name="connsiteX2" fmla="*/ 946305 w 958573"/>
              <a:gd name="connsiteY2" fmla="*/ 1584176 h 1755253"/>
              <a:gd name="connsiteX3" fmla="*/ 10201 w 958573"/>
              <a:gd name="connsiteY3" fmla="*/ 1584176 h 1755253"/>
              <a:gd name="connsiteX0" fmla="*/ 24204 w 972576"/>
              <a:gd name="connsiteY0" fmla="*/ 1584176 h 1718293"/>
              <a:gd name="connsiteX1" fmla="*/ 492256 w 972576"/>
              <a:gd name="connsiteY1" fmla="*/ 0 h 1718293"/>
              <a:gd name="connsiteX2" fmla="*/ 960308 w 972576"/>
              <a:gd name="connsiteY2" fmla="*/ 1584176 h 1718293"/>
              <a:gd name="connsiteX3" fmla="*/ 24204 w 972576"/>
              <a:gd name="connsiteY3" fmla="*/ 1584176 h 1718293"/>
              <a:gd name="connsiteX0" fmla="*/ 10375 w 958747"/>
              <a:gd name="connsiteY0" fmla="*/ 1584176 h 1715454"/>
              <a:gd name="connsiteX1" fmla="*/ 478427 w 958747"/>
              <a:gd name="connsiteY1" fmla="*/ 0 h 1715454"/>
              <a:gd name="connsiteX2" fmla="*/ 946479 w 958747"/>
              <a:gd name="connsiteY2" fmla="*/ 1584176 h 1715454"/>
              <a:gd name="connsiteX3" fmla="*/ 10375 w 958747"/>
              <a:gd name="connsiteY3" fmla="*/ 1584176 h 1715454"/>
              <a:gd name="connsiteX0" fmla="*/ 14946 w 963318"/>
              <a:gd name="connsiteY0" fmla="*/ 1584176 h 1681539"/>
              <a:gd name="connsiteX1" fmla="*/ 482998 w 963318"/>
              <a:gd name="connsiteY1" fmla="*/ 0 h 1681539"/>
              <a:gd name="connsiteX2" fmla="*/ 951050 w 963318"/>
              <a:gd name="connsiteY2" fmla="*/ 1584176 h 1681539"/>
              <a:gd name="connsiteX3" fmla="*/ 14946 w 963318"/>
              <a:gd name="connsiteY3" fmla="*/ 1584176 h 1681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3318" h="1681539">
                <a:moveTo>
                  <a:pt x="14946" y="1584176"/>
                </a:moveTo>
                <a:cubicBezTo>
                  <a:pt x="-83043" y="1472267"/>
                  <a:pt x="326981" y="0"/>
                  <a:pt x="482998" y="0"/>
                </a:cubicBezTo>
                <a:cubicBezTo>
                  <a:pt x="639015" y="0"/>
                  <a:pt x="1038072" y="1449789"/>
                  <a:pt x="951050" y="1584176"/>
                </a:cubicBezTo>
                <a:cubicBezTo>
                  <a:pt x="857722" y="1728302"/>
                  <a:pt x="115358" y="1698853"/>
                  <a:pt x="14946" y="1584176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700" i="1" dirty="0">
                <a:solidFill>
                  <a:schemeClr val="bg1"/>
                </a:solidFill>
              </a:rPr>
              <a:t>kleiner als </a:t>
            </a:r>
            <a:r>
              <a:rPr lang="de-DE" sz="700" b="1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31" name="Triangle 13">
            <a:extLst>
              <a:ext uri="{FF2B5EF4-FFF2-40B4-BE49-F238E27FC236}">
                <a16:creationId xmlns:a16="http://schemas.microsoft.com/office/drawing/2014/main" id="{43A7FF2F-C067-0390-F23C-768C3266DCF4}"/>
              </a:ext>
            </a:extLst>
          </p:cNvPr>
          <p:cNvSpPr/>
          <p:nvPr/>
        </p:nvSpPr>
        <p:spPr bwMode="gray">
          <a:xfrm>
            <a:off x="1669498" y="4125318"/>
            <a:ext cx="588331" cy="542913"/>
          </a:xfrm>
          <a:custGeom>
            <a:avLst/>
            <a:gdLst>
              <a:gd name="connsiteX0" fmla="*/ 0 w 936104"/>
              <a:gd name="connsiteY0" fmla="*/ 1584176 h 1584176"/>
              <a:gd name="connsiteX1" fmla="*/ 468052 w 936104"/>
              <a:gd name="connsiteY1" fmla="*/ 0 h 1584176"/>
              <a:gd name="connsiteX2" fmla="*/ 936104 w 936104"/>
              <a:gd name="connsiteY2" fmla="*/ 1584176 h 1584176"/>
              <a:gd name="connsiteX3" fmla="*/ 0 w 936104"/>
              <a:gd name="connsiteY3" fmla="*/ 1584176 h 1584176"/>
              <a:gd name="connsiteX0" fmla="*/ 10201 w 956506"/>
              <a:gd name="connsiteY0" fmla="*/ 1584176 h 1584176"/>
              <a:gd name="connsiteX1" fmla="*/ 478253 w 956506"/>
              <a:gd name="connsiteY1" fmla="*/ 0 h 1584176"/>
              <a:gd name="connsiteX2" fmla="*/ 946305 w 956506"/>
              <a:gd name="connsiteY2" fmla="*/ 1584176 h 1584176"/>
              <a:gd name="connsiteX3" fmla="*/ 10201 w 956506"/>
              <a:gd name="connsiteY3" fmla="*/ 1584176 h 1584176"/>
              <a:gd name="connsiteX0" fmla="*/ 10201 w 956506"/>
              <a:gd name="connsiteY0" fmla="*/ 1584176 h 1717174"/>
              <a:gd name="connsiteX1" fmla="*/ 478253 w 956506"/>
              <a:gd name="connsiteY1" fmla="*/ 0 h 1717174"/>
              <a:gd name="connsiteX2" fmla="*/ 946305 w 956506"/>
              <a:gd name="connsiteY2" fmla="*/ 1584176 h 1717174"/>
              <a:gd name="connsiteX3" fmla="*/ 10201 w 956506"/>
              <a:gd name="connsiteY3" fmla="*/ 1584176 h 1717174"/>
              <a:gd name="connsiteX0" fmla="*/ 10201 w 1018722"/>
              <a:gd name="connsiteY0" fmla="*/ 1584176 h 1717174"/>
              <a:gd name="connsiteX1" fmla="*/ 478253 w 1018722"/>
              <a:gd name="connsiteY1" fmla="*/ 0 h 1717174"/>
              <a:gd name="connsiteX2" fmla="*/ 946305 w 1018722"/>
              <a:gd name="connsiteY2" fmla="*/ 1584176 h 1717174"/>
              <a:gd name="connsiteX3" fmla="*/ 10201 w 1018722"/>
              <a:gd name="connsiteY3" fmla="*/ 1584176 h 1717174"/>
              <a:gd name="connsiteX0" fmla="*/ 10201 w 959015"/>
              <a:gd name="connsiteY0" fmla="*/ 1584176 h 1793983"/>
              <a:gd name="connsiteX1" fmla="*/ 478253 w 959015"/>
              <a:gd name="connsiteY1" fmla="*/ 0 h 1793983"/>
              <a:gd name="connsiteX2" fmla="*/ 946305 w 959015"/>
              <a:gd name="connsiteY2" fmla="*/ 1584176 h 1793983"/>
              <a:gd name="connsiteX3" fmla="*/ 10201 w 959015"/>
              <a:gd name="connsiteY3" fmla="*/ 1584176 h 1793983"/>
              <a:gd name="connsiteX0" fmla="*/ 10201 w 958573"/>
              <a:gd name="connsiteY0" fmla="*/ 1584176 h 1755253"/>
              <a:gd name="connsiteX1" fmla="*/ 478253 w 958573"/>
              <a:gd name="connsiteY1" fmla="*/ 0 h 1755253"/>
              <a:gd name="connsiteX2" fmla="*/ 946305 w 958573"/>
              <a:gd name="connsiteY2" fmla="*/ 1584176 h 1755253"/>
              <a:gd name="connsiteX3" fmla="*/ 10201 w 958573"/>
              <a:gd name="connsiteY3" fmla="*/ 1584176 h 1755253"/>
              <a:gd name="connsiteX0" fmla="*/ 24204 w 972576"/>
              <a:gd name="connsiteY0" fmla="*/ 1584176 h 1718293"/>
              <a:gd name="connsiteX1" fmla="*/ 492256 w 972576"/>
              <a:gd name="connsiteY1" fmla="*/ 0 h 1718293"/>
              <a:gd name="connsiteX2" fmla="*/ 960308 w 972576"/>
              <a:gd name="connsiteY2" fmla="*/ 1584176 h 1718293"/>
              <a:gd name="connsiteX3" fmla="*/ 24204 w 972576"/>
              <a:gd name="connsiteY3" fmla="*/ 1584176 h 1718293"/>
              <a:gd name="connsiteX0" fmla="*/ 10375 w 958747"/>
              <a:gd name="connsiteY0" fmla="*/ 1584176 h 1715454"/>
              <a:gd name="connsiteX1" fmla="*/ 478427 w 958747"/>
              <a:gd name="connsiteY1" fmla="*/ 0 h 1715454"/>
              <a:gd name="connsiteX2" fmla="*/ 946479 w 958747"/>
              <a:gd name="connsiteY2" fmla="*/ 1584176 h 1715454"/>
              <a:gd name="connsiteX3" fmla="*/ 10375 w 958747"/>
              <a:gd name="connsiteY3" fmla="*/ 1584176 h 1715454"/>
              <a:gd name="connsiteX0" fmla="*/ 14946 w 963318"/>
              <a:gd name="connsiteY0" fmla="*/ 1584176 h 1681539"/>
              <a:gd name="connsiteX1" fmla="*/ 482998 w 963318"/>
              <a:gd name="connsiteY1" fmla="*/ 0 h 1681539"/>
              <a:gd name="connsiteX2" fmla="*/ 951050 w 963318"/>
              <a:gd name="connsiteY2" fmla="*/ 1584176 h 1681539"/>
              <a:gd name="connsiteX3" fmla="*/ 14946 w 963318"/>
              <a:gd name="connsiteY3" fmla="*/ 1584176 h 1681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3318" h="1681539">
                <a:moveTo>
                  <a:pt x="14946" y="1584176"/>
                </a:moveTo>
                <a:cubicBezTo>
                  <a:pt x="-83043" y="1472267"/>
                  <a:pt x="326981" y="0"/>
                  <a:pt x="482998" y="0"/>
                </a:cubicBezTo>
                <a:cubicBezTo>
                  <a:pt x="639015" y="0"/>
                  <a:pt x="1038072" y="1449789"/>
                  <a:pt x="951050" y="1584176"/>
                </a:cubicBezTo>
                <a:cubicBezTo>
                  <a:pt x="857722" y="1728302"/>
                  <a:pt x="115358" y="1698853"/>
                  <a:pt x="14946" y="1584176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700" i="1" dirty="0">
                <a:solidFill>
                  <a:schemeClr val="bg1"/>
                </a:solidFill>
              </a:rPr>
              <a:t>zwischen </a:t>
            </a:r>
            <a:r>
              <a:rPr lang="de-DE" sz="700" b="1" dirty="0">
                <a:solidFill>
                  <a:schemeClr val="bg1"/>
                </a:solidFill>
              </a:rPr>
              <a:t>E</a:t>
            </a:r>
            <a:r>
              <a:rPr lang="de-DE" sz="700" dirty="0">
                <a:solidFill>
                  <a:schemeClr val="bg1"/>
                </a:solidFill>
              </a:rPr>
              <a:t> </a:t>
            </a:r>
            <a:r>
              <a:rPr lang="de-DE" sz="700" i="1" dirty="0">
                <a:solidFill>
                  <a:schemeClr val="bg1"/>
                </a:solidFill>
              </a:rPr>
              <a:t>und</a:t>
            </a:r>
            <a:r>
              <a:rPr lang="de-DE" sz="700" dirty="0">
                <a:solidFill>
                  <a:schemeClr val="bg1"/>
                </a:solidFill>
              </a:rPr>
              <a:t> </a:t>
            </a:r>
            <a:r>
              <a:rPr lang="de-DE" sz="700" b="1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32" name="Triangle 13">
            <a:extLst>
              <a:ext uri="{FF2B5EF4-FFF2-40B4-BE49-F238E27FC236}">
                <a16:creationId xmlns:a16="http://schemas.microsoft.com/office/drawing/2014/main" id="{CADF4B8D-FB77-C11C-837F-12F6B522B693}"/>
              </a:ext>
            </a:extLst>
          </p:cNvPr>
          <p:cNvSpPr/>
          <p:nvPr/>
        </p:nvSpPr>
        <p:spPr bwMode="gray">
          <a:xfrm>
            <a:off x="2327485" y="4125318"/>
            <a:ext cx="588331" cy="542913"/>
          </a:xfrm>
          <a:custGeom>
            <a:avLst/>
            <a:gdLst>
              <a:gd name="connsiteX0" fmla="*/ 0 w 936104"/>
              <a:gd name="connsiteY0" fmla="*/ 1584176 h 1584176"/>
              <a:gd name="connsiteX1" fmla="*/ 468052 w 936104"/>
              <a:gd name="connsiteY1" fmla="*/ 0 h 1584176"/>
              <a:gd name="connsiteX2" fmla="*/ 936104 w 936104"/>
              <a:gd name="connsiteY2" fmla="*/ 1584176 h 1584176"/>
              <a:gd name="connsiteX3" fmla="*/ 0 w 936104"/>
              <a:gd name="connsiteY3" fmla="*/ 1584176 h 1584176"/>
              <a:gd name="connsiteX0" fmla="*/ 10201 w 956506"/>
              <a:gd name="connsiteY0" fmla="*/ 1584176 h 1584176"/>
              <a:gd name="connsiteX1" fmla="*/ 478253 w 956506"/>
              <a:gd name="connsiteY1" fmla="*/ 0 h 1584176"/>
              <a:gd name="connsiteX2" fmla="*/ 946305 w 956506"/>
              <a:gd name="connsiteY2" fmla="*/ 1584176 h 1584176"/>
              <a:gd name="connsiteX3" fmla="*/ 10201 w 956506"/>
              <a:gd name="connsiteY3" fmla="*/ 1584176 h 1584176"/>
              <a:gd name="connsiteX0" fmla="*/ 10201 w 956506"/>
              <a:gd name="connsiteY0" fmla="*/ 1584176 h 1717174"/>
              <a:gd name="connsiteX1" fmla="*/ 478253 w 956506"/>
              <a:gd name="connsiteY1" fmla="*/ 0 h 1717174"/>
              <a:gd name="connsiteX2" fmla="*/ 946305 w 956506"/>
              <a:gd name="connsiteY2" fmla="*/ 1584176 h 1717174"/>
              <a:gd name="connsiteX3" fmla="*/ 10201 w 956506"/>
              <a:gd name="connsiteY3" fmla="*/ 1584176 h 1717174"/>
              <a:gd name="connsiteX0" fmla="*/ 10201 w 1018722"/>
              <a:gd name="connsiteY0" fmla="*/ 1584176 h 1717174"/>
              <a:gd name="connsiteX1" fmla="*/ 478253 w 1018722"/>
              <a:gd name="connsiteY1" fmla="*/ 0 h 1717174"/>
              <a:gd name="connsiteX2" fmla="*/ 946305 w 1018722"/>
              <a:gd name="connsiteY2" fmla="*/ 1584176 h 1717174"/>
              <a:gd name="connsiteX3" fmla="*/ 10201 w 1018722"/>
              <a:gd name="connsiteY3" fmla="*/ 1584176 h 1717174"/>
              <a:gd name="connsiteX0" fmla="*/ 10201 w 959015"/>
              <a:gd name="connsiteY0" fmla="*/ 1584176 h 1793983"/>
              <a:gd name="connsiteX1" fmla="*/ 478253 w 959015"/>
              <a:gd name="connsiteY1" fmla="*/ 0 h 1793983"/>
              <a:gd name="connsiteX2" fmla="*/ 946305 w 959015"/>
              <a:gd name="connsiteY2" fmla="*/ 1584176 h 1793983"/>
              <a:gd name="connsiteX3" fmla="*/ 10201 w 959015"/>
              <a:gd name="connsiteY3" fmla="*/ 1584176 h 1793983"/>
              <a:gd name="connsiteX0" fmla="*/ 10201 w 958573"/>
              <a:gd name="connsiteY0" fmla="*/ 1584176 h 1755253"/>
              <a:gd name="connsiteX1" fmla="*/ 478253 w 958573"/>
              <a:gd name="connsiteY1" fmla="*/ 0 h 1755253"/>
              <a:gd name="connsiteX2" fmla="*/ 946305 w 958573"/>
              <a:gd name="connsiteY2" fmla="*/ 1584176 h 1755253"/>
              <a:gd name="connsiteX3" fmla="*/ 10201 w 958573"/>
              <a:gd name="connsiteY3" fmla="*/ 1584176 h 1755253"/>
              <a:gd name="connsiteX0" fmla="*/ 24204 w 972576"/>
              <a:gd name="connsiteY0" fmla="*/ 1584176 h 1718293"/>
              <a:gd name="connsiteX1" fmla="*/ 492256 w 972576"/>
              <a:gd name="connsiteY1" fmla="*/ 0 h 1718293"/>
              <a:gd name="connsiteX2" fmla="*/ 960308 w 972576"/>
              <a:gd name="connsiteY2" fmla="*/ 1584176 h 1718293"/>
              <a:gd name="connsiteX3" fmla="*/ 24204 w 972576"/>
              <a:gd name="connsiteY3" fmla="*/ 1584176 h 1718293"/>
              <a:gd name="connsiteX0" fmla="*/ 10375 w 958747"/>
              <a:gd name="connsiteY0" fmla="*/ 1584176 h 1715454"/>
              <a:gd name="connsiteX1" fmla="*/ 478427 w 958747"/>
              <a:gd name="connsiteY1" fmla="*/ 0 h 1715454"/>
              <a:gd name="connsiteX2" fmla="*/ 946479 w 958747"/>
              <a:gd name="connsiteY2" fmla="*/ 1584176 h 1715454"/>
              <a:gd name="connsiteX3" fmla="*/ 10375 w 958747"/>
              <a:gd name="connsiteY3" fmla="*/ 1584176 h 1715454"/>
              <a:gd name="connsiteX0" fmla="*/ 14946 w 963318"/>
              <a:gd name="connsiteY0" fmla="*/ 1584176 h 1681539"/>
              <a:gd name="connsiteX1" fmla="*/ 482998 w 963318"/>
              <a:gd name="connsiteY1" fmla="*/ 0 h 1681539"/>
              <a:gd name="connsiteX2" fmla="*/ 951050 w 963318"/>
              <a:gd name="connsiteY2" fmla="*/ 1584176 h 1681539"/>
              <a:gd name="connsiteX3" fmla="*/ 14946 w 963318"/>
              <a:gd name="connsiteY3" fmla="*/ 1584176 h 1681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3318" h="1681539">
                <a:moveTo>
                  <a:pt x="14946" y="1584176"/>
                </a:moveTo>
                <a:cubicBezTo>
                  <a:pt x="-83043" y="1472267"/>
                  <a:pt x="326981" y="0"/>
                  <a:pt x="482998" y="0"/>
                </a:cubicBezTo>
                <a:cubicBezTo>
                  <a:pt x="639015" y="0"/>
                  <a:pt x="1038072" y="1449789"/>
                  <a:pt x="951050" y="1584176"/>
                </a:cubicBezTo>
                <a:cubicBezTo>
                  <a:pt x="857722" y="1728302"/>
                  <a:pt x="115358" y="1698853"/>
                  <a:pt x="14946" y="1584176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700" i="1" dirty="0">
                <a:solidFill>
                  <a:schemeClr val="bg1"/>
                </a:solidFill>
              </a:rPr>
              <a:t>größer als </a:t>
            </a:r>
            <a:r>
              <a:rPr lang="de-DE" sz="700" b="1" dirty="0">
                <a:solidFill>
                  <a:schemeClr val="bg1"/>
                </a:solidFill>
              </a:rPr>
              <a:t>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F298DF8-A780-3C18-613F-7F60C12ACAD3}"/>
              </a:ext>
            </a:extLst>
          </p:cNvPr>
          <p:cNvCxnSpPr>
            <a:cxnSpLocks/>
            <a:endCxn id="27" idx="0"/>
          </p:cNvCxnSpPr>
          <p:nvPr/>
        </p:nvCxnSpPr>
        <p:spPr bwMode="gray">
          <a:xfrm>
            <a:off x="1716512" y="3363838"/>
            <a:ext cx="0" cy="163587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2112DBF-1FDA-E064-EBB5-F1020F8A092F}"/>
              </a:ext>
            </a:extLst>
          </p:cNvPr>
          <p:cNvCxnSpPr>
            <a:cxnSpLocks/>
            <a:stCxn id="51" idx="3"/>
          </p:cNvCxnSpPr>
          <p:nvPr/>
        </p:nvCxnSpPr>
        <p:spPr bwMode="gray">
          <a:xfrm>
            <a:off x="1125292" y="1869222"/>
            <a:ext cx="402189" cy="21864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ACE63328-934A-5CDA-8A6B-AAA83E462713}"/>
              </a:ext>
            </a:extLst>
          </p:cNvPr>
          <p:cNvSpPr txBox="1"/>
          <p:nvPr/>
        </p:nvSpPr>
        <p:spPr bwMode="gray">
          <a:xfrm>
            <a:off x="899592" y="1702533"/>
            <a:ext cx="225700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>
                <a:solidFill>
                  <a:srgbClr val="C00000"/>
                </a:solidFill>
              </a:rPr>
              <a:t>x 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0149390-01E7-7766-58C5-0BE8A794C64D}"/>
              </a:ext>
            </a:extLst>
          </p:cNvPr>
          <p:cNvCxnSpPr>
            <a:cxnSpLocks/>
            <a:stCxn id="54" idx="1"/>
          </p:cNvCxnSpPr>
          <p:nvPr/>
        </p:nvCxnSpPr>
        <p:spPr bwMode="gray">
          <a:xfrm flipH="1">
            <a:off x="2400669" y="1702533"/>
            <a:ext cx="221799" cy="18880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4FE5DB29-8F79-939A-09EA-B18746E0C254}"/>
              </a:ext>
            </a:extLst>
          </p:cNvPr>
          <p:cNvSpPr txBox="1"/>
          <p:nvPr/>
        </p:nvSpPr>
        <p:spPr bwMode="gray">
          <a:xfrm>
            <a:off x="2622468" y="1578334"/>
            <a:ext cx="253429" cy="248397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>
                <a:solidFill>
                  <a:srgbClr val="C00000"/>
                </a:solidFill>
              </a:rPr>
              <a:t>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063B5E-8D94-2BDB-5A1A-78A70F71448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98218" y="1997222"/>
            <a:ext cx="3948955" cy="213683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E352DF5-EF54-654B-6F29-99B9E3AE6BC9}"/>
              </a:ext>
            </a:extLst>
          </p:cNvPr>
          <p:cNvSpPr txBox="1"/>
          <p:nvPr/>
        </p:nvSpPr>
        <p:spPr bwMode="gray">
          <a:xfrm>
            <a:off x="4566468" y="4161646"/>
            <a:ext cx="161245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200" b="1" dirty="0">
                <a:hlinkClick r:id="rId3"/>
              </a:rPr>
              <a:t>redblack_bst.h</a:t>
            </a:r>
            <a:endParaRPr lang="en-DE" sz="1200" b="1" dirty="0"/>
          </a:p>
        </p:txBody>
      </p:sp>
    </p:spTree>
    <p:extLst>
      <p:ext uri="{BB962C8B-B14F-4D97-AF65-F5344CB8AC3E}">
        <p14:creationId xmlns:p14="http://schemas.microsoft.com/office/powerpoint/2010/main" val="383789257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3" grpId="0" animBg="1"/>
      <p:bldP spid="15" grpId="0" animBg="1"/>
      <p:bldP spid="18" grpId="0" animBg="1"/>
      <p:bldP spid="19" grpId="0" animBg="1"/>
      <p:bldP spid="20" grpId="0" animBg="1"/>
      <p:bldP spid="25" grpId="0" animBg="1"/>
      <p:bldP spid="27" grpId="0" animBg="1"/>
      <p:bldP spid="30" grpId="0" animBg="1"/>
      <p:bldP spid="31" grpId="0" animBg="1"/>
      <p:bldP spid="32" grpId="0" animBg="1"/>
      <p:bldP spid="51" grpId="0"/>
      <p:bldP spid="54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04CD1C4F-DB3D-AFF7-9F13-8AE8FDF1C5D3}"/>
              </a:ext>
            </a:extLst>
          </p:cNvPr>
          <p:cNvCxnSpPr>
            <a:cxnSpLocks/>
            <a:stCxn id="13" idx="3"/>
            <a:endCxn id="15" idx="7"/>
          </p:cNvCxnSpPr>
          <p:nvPr/>
        </p:nvCxnSpPr>
        <p:spPr bwMode="gray">
          <a:xfrm flipH="1">
            <a:off x="1416572" y="2292159"/>
            <a:ext cx="503039" cy="1222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15C7058-E5A6-CC7B-3992-1E741457C6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6877051" cy="645484"/>
          </a:xfrm>
        </p:spPr>
        <p:txBody>
          <a:bodyPr/>
          <a:lstStyle/>
          <a:p>
            <a:r>
              <a:rPr lang="de-DE" b="1" dirty="0"/>
              <a:t>Invarianten</a:t>
            </a:r>
            <a:r>
              <a:rPr lang="de-DE" dirty="0"/>
              <a:t>: Symmetrische Ordnung und Perfekte Balance bleiben gewahrt (jeder schwarze Pfad wird um eins länger)!</a:t>
            </a:r>
            <a:endParaRPr lang="de-DE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CEEE2A5-278F-6F1A-FD3A-CA4C852B7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Elementare Operation: Farbwechsel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6AC2259-9847-FFC6-4C89-F6227C6110C1}"/>
              </a:ext>
            </a:extLst>
          </p:cNvPr>
          <p:cNvCxnSpPr>
            <a:cxnSpLocks/>
            <a:stCxn id="13" idx="3"/>
            <a:endCxn id="15" idx="7"/>
          </p:cNvCxnSpPr>
          <p:nvPr/>
        </p:nvCxnSpPr>
        <p:spPr bwMode="gray">
          <a:xfrm flipH="1">
            <a:off x="1416572" y="2292159"/>
            <a:ext cx="503039" cy="12227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61641B86-B24F-A338-2DE7-63E47038425D}"/>
              </a:ext>
            </a:extLst>
          </p:cNvPr>
          <p:cNvSpPr/>
          <p:nvPr/>
        </p:nvSpPr>
        <p:spPr bwMode="gray">
          <a:xfrm>
            <a:off x="1887975" y="210777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14D0F73-957D-47C1-8FDB-F1782C663E23}"/>
              </a:ext>
            </a:extLst>
          </p:cNvPr>
          <p:cNvCxnSpPr>
            <a:cxnSpLocks/>
            <a:stCxn id="13" idx="5"/>
            <a:endCxn id="8" idx="1"/>
          </p:cNvCxnSpPr>
          <p:nvPr/>
        </p:nvCxnSpPr>
        <p:spPr bwMode="gray">
          <a:xfrm>
            <a:off x="2072363" y="2292159"/>
            <a:ext cx="503039" cy="12227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4DC0C7EC-FB24-52EC-E639-381CCAED7867}"/>
              </a:ext>
            </a:extLst>
          </p:cNvPr>
          <p:cNvSpPr/>
          <p:nvPr/>
        </p:nvSpPr>
        <p:spPr bwMode="gray">
          <a:xfrm>
            <a:off x="1232184" y="238280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B273313-F453-951C-0C6E-4D4320599567}"/>
              </a:ext>
            </a:extLst>
          </p:cNvPr>
          <p:cNvCxnSpPr>
            <a:cxnSpLocks/>
            <a:stCxn id="15" idx="3"/>
            <a:endCxn id="18" idx="1"/>
          </p:cNvCxnSpPr>
          <p:nvPr/>
        </p:nvCxnSpPr>
        <p:spPr bwMode="gray">
          <a:xfrm flipH="1">
            <a:off x="1011101" y="2567190"/>
            <a:ext cx="252719" cy="88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48AD644-ADAB-7824-F7C2-093D2FECD5CB}"/>
              </a:ext>
            </a:extLst>
          </p:cNvPr>
          <p:cNvCxnSpPr>
            <a:cxnSpLocks/>
            <a:stCxn id="15" idx="5"/>
            <a:endCxn id="19" idx="1"/>
          </p:cNvCxnSpPr>
          <p:nvPr/>
        </p:nvCxnSpPr>
        <p:spPr bwMode="gray">
          <a:xfrm>
            <a:off x="1416572" y="2567190"/>
            <a:ext cx="254354" cy="88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riangle 13">
            <a:extLst>
              <a:ext uri="{FF2B5EF4-FFF2-40B4-BE49-F238E27FC236}">
                <a16:creationId xmlns:a16="http://schemas.microsoft.com/office/drawing/2014/main" id="{85725C0C-C781-B78D-2381-C13EAB23A272}"/>
              </a:ext>
            </a:extLst>
          </p:cNvPr>
          <p:cNvSpPr/>
          <p:nvPr/>
        </p:nvSpPr>
        <p:spPr bwMode="gray">
          <a:xfrm>
            <a:off x="716118" y="2655327"/>
            <a:ext cx="588331" cy="542913"/>
          </a:xfrm>
          <a:custGeom>
            <a:avLst/>
            <a:gdLst>
              <a:gd name="connsiteX0" fmla="*/ 0 w 936104"/>
              <a:gd name="connsiteY0" fmla="*/ 1584176 h 1584176"/>
              <a:gd name="connsiteX1" fmla="*/ 468052 w 936104"/>
              <a:gd name="connsiteY1" fmla="*/ 0 h 1584176"/>
              <a:gd name="connsiteX2" fmla="*/ 936104 w 936104"/>
              <a:gd name="connsiteY2" fmla="*/ 1584176 h 1584176"/>
              <a:gd name="connsiteX3" fmla="*/ 0 w 936104"/>
              <a:gd name="connsiteY3" fmla="*/ 1584176 h 1584176"/>
              <a:gd name="connsiteX0" fmla="*/ 10201 w 956506"/>
              <a:gd name="connsiteY0" fmla="*/ 1584176 h 1584176"/>
              <a:gd name="connsiteX1" fmla="*/ 478253 w 956506"/>
              <a:gd name="connsiteY1" fmla="*/ 0 h 1584176"/>
              <a:gd name="connsiteX2" fmla="*/ 946305 w 956506"/>
              <a:gd name="connsiteY2" fmla="*/ 1584176 h 1584176"/>
              <a:gd name="connsiteX3" fmla="*/ 10201 w 956506"/>
              <a:gd name="connsiteY3" fmla="*/ 1584176 h 1584176"/>
              <a:gd name="connsiteX0" fmla="*/ 10201 w 956506"/>
              <a:gd name="connsiteY0" fmla="*/ 1584176 h 1717174"/>
              <a:gd name="connsiteX1" fmla="*/ 478253 w 956506"/>
              <a:gd name="connsiteY1" fmla="*/ 0 h 1717174"/>
              <a:gd name="connsiteX2" fmla="*/ 946305 w 956506"/>
              <a:gd name="connsiteY2" fmla="*/ 1584176 h 1717174"/>
              <a:gd name="connsiteX3" fmla="*/ 10201 w 956506"/>
              <a:gd name="connsiteY3" fmla="*/ 1584176 h 1717174"/>
              <a:gd name="connsiteX0" fmla="*/ 10201 w 1018722"/>
              <a:gd name="connsiteY0" fmla="*/ 1584176 h 1717174"/>
              <a:gd name="connsiteX1" fmla="*/ 478253 w 1018722"/>
              <a:gd name="connsiteY1" fmla="*/ 0 h 1717174"/>
              <a:gd name="connsiteX2" fmla="*/ 946305 w 1018722"/>
              <a:gd name="connsiteY2" fmla="*/ 1584176 h 1717174"/>
              <a:gd name="connsiteX3" fmla="*/ 10201 w 1018722"/>
              <a:gd name="connsiteY3" fmla="*/ 1584176 h 1717174"/>
              <a:gd name="connsiteX0" fmla="*/ 10201 w 959015"/>
              <a:gd name="connsiteY0" fmla="*/ 1584176 h 1793983"/>
              <a:gd name="connsiteX1" fmla="*/ 478253 w 959015"/>
              <a:gd name="connsiteY1" fmla="*/ 0 h 1793983"/>
              <a:gd name="connsiteX2" fmla="*/ 946305 w 959015"/>
              <a:gd name="connsiteY2" fmla="*/ 1584176 h 1793983"/>
              <a:gd name="connsiteX3" fmla="*/ 10201 w 959015"/>
              <a:gd name="connsiteY3" fmla="*/ 1584176 h 1793983"/>
              <a:gd name="connsiteX0" fmla="*/ 10201 w 958573"/>
              <a:gd name="connsiteY0" fmla="*/ 1584176 h 1755253"/>
              <a:gd name="connsiteX1" fmla="*/ 478253 w 958573"/>
              <a:gd name="connsiteY1" fmla="*/ 0 h 1755253"/>
              <a:gd name="connsiteX2" fmla="*/ 946305 w 958573"/>
              <a:gd name="connsiteY2" fmla="*/ 1584176 h 1755253"/>
              <a:gd name="connsiteX3" fmla="*/ 10201 w 958573"/>
              <a:gd name="connsiteY3" fmla="*/ 1584176 h 1755253"/>
              <a:gd name="connsiteX0" fmla="*/ 24204 w 972576"/>
              <a:gd name="connsiteY0" fmla="*/ 1584176 h 1718293"/>
              <a:gd name="connsiteX1" fmla="*/ 492256 w 972576"/>
              <a:gd name="connsiteY1" fmla="*/ 0 h 1718293"/>
              <a:gd name="connsiteX2" fmla="*/ 960308 w 972576"/>
              <a:gd name="connsiteY2" fmla="*/ 1584176 h 1718293"/>
              <a:gd name="connsiteX3" fmla="*/ 24204 w 972576"/>
              <a:gd name="connsiteY3" fmla="*/ 1584176 h 1718293"/>
              <a:gd name="connsiteX0" fmla="*/ 10375 w 958747"/>
              <a:gd name="connsiteY0" fmla="*/ 1584176 h 1715454"/>
              <a:gd name="connsiteX1" fmla="*/ 478427 w 958747"/>
              <a:gd name="connsiteY1" fmla="*/ 0 h 1715454"/>
              <a:gd name="connsiteX2" fmla="*/ 946479 w 958747"/>
              <a:gd name="connsiteY2" fmla="*/ 1584176 h 1715454"/>
              <a:gd name="connsiteX3" fmla="*/ 10375 w 958747"/>
              <a:gd name="connsiteY3" fmla="*/ 1584176 h 1715454"/>
              <a:gd name="connsiteX0" fmla="*/ 14946 w 963318"/>
              <a:gd name="connsiteY0" fmla="*/ 1584176 h 1681539"/>
              <a:gd name="connsiteX1" fmla="*/ 482998 w 963318"/>
              <a:gd name="connsiteY1" fmla="*/ 0 h 1681539"/>
              <a:gd name="connsiteX2" fmla="*/ 951050 w 963318"/>
              <a:gd name="connsiteY2" fmla="*/ 1584176 h 1681539"/>
              <a:gd name="connsiteX3" fmla="*/ 14946 w 963318"/>
              <a:gd name="connsiteY3" fmla="*/ 1584176 h 1681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3318" h="1681539">
                <a:moveTo>
                  <a:pt x="14946" y="1584176"/>
                </a:moveTo>
                <a:cubicBezTo>
                  <a:pt x="-83043" y="1472267"/>
                  <a:pt x="326981" y="0"/>
                  <a:pt x="482998" y="0"/>
                </a:cubicBezTo>
                <a:cubicBezTo>
                  <a:pt x="639015" y="0"/>
                  <a:pt x="1038072" y="1449789"/>
                  <a:pt x="951050" y="1584176"/>
                </a:cubicBezTo>
                <a:cubicBezTo>
                  <a:pt x="857722" y="1728302"/>
                  <a:pt x="115358" y="1698853"/>
                  <a:pt x="14946" y="1584176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700" i="1" dirty="0">
                <a:solidFill>
                  <a:schemeClr val="bg1"/>
                </a:solidFill>
              </a:rPr>
              <a:t>kleiner als </a:t>
            </a:r>
            <a:r>
              <a:rPr lang="de-DE" sz="7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9" name="Triangle 13">
            <a:extLst>
              <a:ext uri="{FF2B5EF4-FFF2-40B4-BE49-F238E27FC236}">
                <a16:creationId xmlns:a16="http://schemas.microsoft.com/office/drawing/2014/main" id="{7F2034F7-50A4-A851-C499-842F493A28D5}"/>
              </a:ext>
            </a:extLst>
          </p:cNvPr>
          <p:cNvSpPr/>
          <p:nvPr/>
        </p:nvSpPr>
        <p:spPr bwMode="gray">
          <a:xfrm>
            <a:off x="1375943" y="2655327"/>
            <a:ext cx="588331" cy="542913"/>
          </a:xfrm>
          <a:custGeom>
            <a:avLst/>
            <a:gdLst>
              <a:gd name="connsiteX0" fmla="*/ 0 w 936104"/>
              <a:gd name="connsiteY0" fmla="*/ 1584176 h 1584176"/>
              <a:gd name="connsiteX1" fmla="*/ 468052 w 936104"/>
              <a:gd name="connsiteY1" fmla="*/ 0 h 1584176"/>
              <a:gd name="connsiteX2" fmla="*/ 936104 w 936104"/>
              <a:gd name="connsiteY2" fmla="*/ 1584176 h 1584176"/>
              <a:gd name="connsiteX3" fmla="*/ 0 w 936104"/>
              <a:gd name="connsiteY3" fmla="*/ 1584176 h 1584176"/>
              <a:gd name="connsiteX0" fmla="*/ 10201 w 956506"/>
              <a:gd name="connsiteY0" fmla="*/ 1584176 h 1584176"/>
              <a:gd name="connsiteX1" fmla="*/ 478253 w 956506"/>
              <a:gd name="connsiteY1" fmla="*/ 0 h 1584176"/>
              <a:gd name="connsiteX2" fmla="*/ 946305 w 956506"/>
              <a:gd name="connsiteY2" fmla="*/ 1584176 h 1584176"/>
              <a:gd name="connsiteX3" fmla="*/ 10201 w 956506"/>
              <a:gd name="connsiteY3" fmla="*/ 1584176 h 1584176"/>
              <a:gd name="connsiteX0" fmla="*/ 10201 w 956506"/>
              <a:gd name="connsiteY0" fmla="*/ 1584176 h 1717174"/>
              <a:gd name="connsiteX1" fmla="*/ 478253 w 956506"/>
              <a:gd name="connsiteY1" fmla="*/ 0 h 1717174"/>
              <a:gd name="connsiteX2" fmla="*/ 946305 w 956506"/>
              <a:gd name="connsiteY2" fmla="*/ 1584176 h 1717174"/>
              <a:gd name="connsiteX3" fmla="*/ 10201 w 956506"/>
              <a:gd name="connsiteY3" fmla="*/ 1584176 h 1717174"/>
              <a:gd name="connsiteX0" fmla="*/ 10201 w 1018722"/>
              <a:gd name="connsiteY0" fmla="*/ 1584176 h 1717174"/>
              <a:gd name="connsiteX1" fmla="*/ 478253 w 1018722"/>
              <a:gd name="connsiteY1" fmla="*/ 0 h 1717174"/>
              <a:gd name="connsiteX2" fmla="*/ 946305 w 1018722"/>
              <a:gd name="connsiteY2" fmla="*/ 1584176 h 1717174"/>
              <a:gd name="connsiteX3" fmla="*/ 10201 w 1018722"/>
              <a:gd name="connsiteY3" fmla="*/ 1584176 h 1717174"/>
              <a:gd name="connsiteX0" fmla="*/ 10201 w 959015"/>
              <a:gd name="connsiteY0" fmla="*/ 1584176 h 1793983"/>
              <a:gd name="connsiteX1" fmla="*/ 478253 w 959015"/>
              <a:gd name="connsiteY1" fmla="*/ 0 h 1793983"/>
              <a:gd name="connsiteX2" fmla="*/ 946305 w 959015"/>
              <a:gd name="connsiteY2" fmla="*/ 1584176 h 1793983"/>
              <a:gd name="connsiteX3" fmla="*/ 10201 w 959015"/>
              <a:gd name="connsiteY3" fmla="*/ 1584176 h 1793983"/>
              <a:gd name="connsiteX0" fmla="*/ 10201 w 958573"/>
              <a:gd name="connsiteY0" fmla="*/ 1584176 h 1755253"/>
              <a:gd name="connsiteX1" fmla="*/ 478253 w 958573"/>
              <a:gd name="connsiteY1" fmla="*/ 0 h 1755253"/>
              <a:gd name="connsiteX2" fmla="*/ 946305 w 958573"/>
              <a:gd name="connsiteY2" fmla="*/ 1584176 h 1755253"/>
              <a:gd name="connsiteX3" fmla="*/ 10201 w 958573"/>
              <a:gd name="connsiteY3" fmla="*/ 1584176 h 1755253"/>
              <a:gd name="connsiteX0" fmla="*/ 24204 w 972576"/>
              <a:gd name="connsiteY0" fmla="*/ 1584176 h 1718293"/>
              <a:gd name="connsiteX1" fmla="*/ 492256 w 972576"/>
              <a:gd name="connsiteY1" fmla="*/ 0 h 1718293"/>
              <a:gd name="connsiteX2" fmla="*/ 960308 w 972576"/>
              <a:gd name="connsiteY2" fmla="*/ 1584176 h 1718293"/>
              <a:gd name="connsiteX3" fmla="*/ 24204 w 972576"/>
              <a:gd name="connsiteY3" fmla="*/ 1584176 h 1718293"/>
              <a:gd name="connsiteX0" fmla="*/ 10375 w 958747"/>
              <a:gd name="connsiteY0" fmla="*/ 1584176 h 1715454"/>
              <a:gd name="connsiteX1" fmla="*/ 478427 w 958747"/>
              <a:gd name="connsiteY1" fmla="*/ 0 h 1715454"/>
              <a:gd name="connsiteX2" fmla="*/ 946479 w 958747"/>
              <a:gd name="connsiteY2" fmla="*/ 1584176 h 1715454"/>
              <a:gd name="connsiteX3" fmla="*/ 10375 w 958747"/>
              <a:gd name="connsiteY3" fmla="*/ 1584176 h 1715454"/>
              <a:gd name="connsiteX0" fmla="*/ 14946 w 963318"/>
              <a:gd name="connsiteY0" fmla="*/ 1584176 h 1681539"/>
              <a:gd name="connsiteX1" fmla="*/ 482998 w 963318"/>
              <a:gd name="connsiteY1" fmla="*/ 0 h 1681539"/>
              <a:gd name="connsiteX2" fmla="*/ 951050 w 963318"/>
              <a:gd name="connsiteY2" fmla="*/ 1584176 h 1681539"/>
              <a:gd name="connsiteX3" fmla="*/ 14946 w 963318"/>
              <a:gd name="connsiteY3" fmla="*/ 1584176 h 1681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3318" h="1681539">
                <a:moveTo>
                  <a:pt x="14946" y="1584176"/>
                </a:moveTo>
                <a:cubicBezTo>
                  <a:pt x="-83043" y="1472267"/>
                  <a:pt x="326981" y="0"/>
                  <a:pt x="482998" y="0"/>
                </a:cubicBezTo>
                <a:cubicBezTo>
                  <a:pt x="639015" y="0"/>
                  <a:pt x="1038072" y="1449789"/>
                  <a:pt x="951050" y="1584176"/>
                </a:cubicBezTo>
                <a:cubicBezTo>
                  <a:pt x="857722" y="1728302"/>
                  <a:pt x="115358" y="1698853"/>
                  <a:pt x="14946" y="1584176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700" i="1" dirty="0">
                <a:solidFill>
                  <a:schemeClr val="bg1"/>
                </a:solidFill>
              </a:rPr>
              <a:t>zwischen </a:t>
            </a:r>
            <a:r>
              <a:rPr lang="de-DE" sz="700" b="1" dirty="0">
                <a:solidFill>
                  <a:schemeClr val="bg1"/>
                </a:solidFill>
              </a:rPr>
              <a:t>A</a:t>
            </a:r>
            <a:r>
              <a:rPr lang="de-DE" sz="700" dirty="0">
                <a:solidFill>
                  <a:schemeClr val="bg1"/>
                </a:solidFill>
              </a:rPr>
              <a:t> </a:t>
            </a:r>
            <a:r>
              <a:rPr lang="de-DE" sz="700" i="1" dirty="0">
                <a:solidFill>
                  <a:schemeClr val="bg1"/>
                </a:solidFill>
              </a:rPr>
              <a:t>und</a:t>
            </a:r>
            <a:r>
              <a:rPr lang="de-DE" sz="700" dirty="0">
                <a:solidFill>
                  <a:schemeClr val="bg1"/>
                </a:solidFill>
              </a:rPr>
              <a:t> </a:t>
            </a:r>
            <a:r>
              <a:rPr lang="de-DE" sz="700" b="1" dirty="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0AA84B6-2295-69E2-A8BA-B12203B47926}"/>
              </a:ext>
            </a:extLst>
          </p:cNvPr>
          <p:cNvCxnSpPr>
            <a:cxnSpLocks/>
            <a:endCxn id="13" idx="0"/>
          </p:cNvCxnSpPr>
          <p:nvPr/>
        </p:nvCxnSpPr>
        <p:spPr bwMode="gray">
          <a:xfrm>
            <a:off x="1995987" y="1991001"/>
            <a:ext cx="0" cy="11677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0149390-01E7-7766-58C5-0BE8A794C64D}"/>
              </a:ext>
            </a:extLst>
          </p:cNvPr>
          <p:cNvCxnSpPr>
            <a:cxnSpLocks/>
          </p:cNvCxnSpPr>
          <p:nvPr/>
        </p:nvCxnSpPr>
        <p:spPr bwMode="gray">
          <a:xfrm flipH="1">
            <a:off x="2125379" y="1930112"/>
            <a:ext cx="221799" cy="18880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4FE5DB29-8F79-939A-09EA-B18746E0C254}"/>
              </a:ext>
            </a:extLst>
          </p:cNvPr>
          <p:cNvSpPr txBox="1"/>
          <p:nvPr/>
        </p:nvSpPr>
        <p:spPr bwMode="gray">
          <a:xfrm>
            <a:off x="2293608" y="1805914"/>
            <a:ext cx="253429" cy="248397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>
                <a:solidFill>
                  <a:srgbClr val="C00000"/>
                </a:solidFill>
              </a:rPr>
              <a:t>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6ED8FD-D70A-30BB-D314-CAE90AE7724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14452" y="2321946"/>
            <a:ext cx="3793852" cy="186713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7B62CE4F-F7DA-6F54-95E3-1DFBF2B4669E}"/>
              </a:ext>
            </a:extLst>
          </p:cNvPr>
          <p:cNvSpPr/>
          <p:nvPr/>
        </p:nvSpPr>
        <p:spPr bwMode="gray">
          <a:xfrm>
            <a:off x="2543766" y="238280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69721BF-3892-77B6-7199-F62355C9ABAE}"/>
              </a:ext>
            </a:extLst>
          </p:cNvPr>
          <p:cNvCxnSpPr>
            <a:cxnSpLocks/>
            <a:stCxn id="8" idx="3"/>
            <a:endCxn id="22" idx="1"/>
          </p:cNvCxnSpPr>
          <p:nvPr/>
        </p:nvCxnSpPr>
        <p:spPr bwMode="gray">
          <a:xfrm flipH="1">
            <a:off x="2322683" y="2567190"/>
            <a:ext cx="252719" cy="88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92518A8-D36A-77B3-14B4-BB0A12B542FA}"/>
              </a:ext>
            </a:extLst>
          </p:cNvPr>
          <p:cNvCxnSpPr>
            <a:cxnSpLocks/>
            <a:stCxn id="8" idx="5"/>
            <a:endCxn id="23" idx="1"/>
          </p:cNvCxnSpPr>
          <p:nvPr/>
        </p:nvCxnSpPr>
        <p:spPr bwMode="gray">
          <a:xfrm>
            <a:off x="2728154" y="2567190"/>
            <a:ext cx="254354" cy="88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riangle 13">
            <a:extLst>
              <a:ext uri="{FF2B5EF4-FFF2-40B4-BE49-F238E27FC236}">
                <a16:creationId xmlns:a16="http://schemas.microsoft.com/office/drawing/2014/main" id="{3890899C-EA50-5E91-CCD9-A07C3C957EBC}"/>
              </a:ext>
            </a:extLst>
          </p:cNvPr>
          <p:cNvSpPr/>
          <p:nvPr/>
        </p:nvSpPr>
        <p:spPr bwMode="gray">
          <a:xfrm>
            <a:off x="2027700" y="2655327"/>
            <a:ext cx="588331" cy="542913"/>
          </a:xfrm>
          <a:custGeom>
            <a:avLst/>
            <a:gdLst>
              <a:gd name="connsiteX0" fmla="*/ 0 w 936104"/>
              <a:gd name="connsiteY0" fmla="*/ 1584176 h 1584176"/>
              <a:gd name="connsiteX1" fmla="*/ 468052 w 936104"/>
              <a:gd name="connsiteY1" fmla="*/ 0 h 1584176"/>
              <a:gd name="connsiteX2" fmla="*/ 936104 w 936104"/>
              <a:gd name="connsiteY2" fmla="*/ 1584176 h 1584176"/>
              <a:gd name="connsiteX3" fmla="*/ 0 w 936104"/>
              <a:gd name="connsiteY3" fmla="*/ 1584176 h 1584176"/>
              <a:gd name="connsiteX0" fmla="*/ 10201 w 956506"/>
              <a:gd name="connsiteY0" fmla="*/ 1584176 h 1584176"/>
              <a:gd name="connsiteX1" fmla="*/ 478253 w 956506"/>
              <a:gd name="connsiteY1" fmla="*/ 0 h 1584176"/>
              <a:gd name="connsiteX2" fmla="*/ 946305 w 956506"/>
              <a:gd name="connsiteY2" fmla="*/ 1584176 h 1584176"/>
              <a:gd name="connsiteX3" fmla="*/ 10201 w 956506"/>
              <a:gd name="connsiteY3" fmla="*/ 1584176 h 1584176"/>
              <a:gd name="connsiteX0" fmla="*/ 10201 w 956506"/>
              <a:gd name="connsiteY0" fmla="*/ 1584176 h 1717174"/>
              <a:gd name="connsiteX1" fmla="*/ 478253 w 956506"/>
              <a:gd name="connsiteY1" fmla="*/ 0 h 1717174"/>
              <a:gd name="connsiteX2" fmla="*/ 946305 w 956506"/>
              <a:gd name="connsiteY2" fmla="*/ 1584176 h 1717174"/>
              <a:gd name="connsiteX3" fmla="*/ 10201 w 956506"/>
              <a:gd name="connsiteY3" fmla="*/ 1584176 h 1717174"/>
              <a:gd name="connsiteX0" fmla="*/ 10201 w 1018722"/>
              <a:gd name="connsiteY0" fmla="*/ 1584176 h 1717174"/>
              <a:gd name="connsiteX1" fmla="*/ 478253 w 1018722"/>
              <a:gd name="connsiteY1" fmla="*/ 0 h 1717174"/>
              <a:gd name="connsiteX2" fmla="*/ 946305 w 1018722"/>
              <a:gd name="connsiteY2" fmla="*/ 1584176 h 1717174"/>
              <a:gd name="connsiteX3" fmla="*/ 10201 w 1018722"/>
              <a:gd name="connsiteY3" fmla="*/ 1584176 h 1717174"/>
              <a:gd name="connsiteX0" fmla="*/ 10201 w 959015"/>
              <a:gd name="connsiteY0" fmla="*/ 1584176 h 1793983"/>
              <a:gd name="connsiteX1" fmla="*/ 478253 w 959015"/>
              <a:gd name="connsiteY1" fmla="*/ 0 h 1793983"/>
              <a:gd name="connsiteX2" fmla="*/ 946305 w 959015"/>
              <a:gd name="connsiteY2" fmla="*/ 1584176 h 1793983"/>
              <a:gd name="connsiteX3" fmla="*/ 10201 w 959015"/>
              <a:gd name="connsiteY3" fmla="*/ 1584176 h 1793983"/>
              <a:gd name="connsiteX0" fmla="*/ 10201 w 958573"/>
              <a:gd name="connsiteY0" fmla="*/ 1584176 h 1755253"/>
              <a:gd name="connsiteX1" fmla="*/ 478253 w 958573"/>
              <a:gd name="connsiteY1" fmla="*/ 0 h 1755253"/>
              <a:gd name="connsiteX2" fmla="*/ 946305 w 958573"/>
              <a:gd name="connsiteY2" fmla="*/ 1584176 h 1755253"/>
              <a:gd name="connsiteX3" fmla="*/ 10201 w 958573"/>
              <a:gd name="connsiteY3" fmla="*/ 1584176 h 1755253"/>
              <a:gd name="connsiteX0" fmla="*/ 24204 w 972576"/>
              <a:gd name="connsiteY0" fmla="*/ 1584176 h 1718293"/>
              <a:gd name="connsiteX1" fmla="*/ 492256 w 972576"/>
              <a:gd name="connsiteY1" fmla="*/ 0 h 1718293"/>
              <a:gd name="connsiteX2" fmla="*/ 960308 w 972576"/>
              <a:gd name="connsiteY2" fmla="*/ 1584176 h 1718293"/>
              <a:gd name="connsiteX3" fmla="*/ 24204 w 972576"/>
              <a:gd name="connsiteY3" fmla="*/ 1584176 h 1718293"/>
              <a:gd name="connsiteX0" fmla="*/ 10375 w 958747"/>
              <a:gd name="connsiteY0" fmla="*/ 1584176 h 1715454"/>
              <a:gd name="connsiteX1" fmla="*/ 478427 w 958747"/>
              <a:gd name="connsiteY1" fmla="*/ 0 h 1715454"/>
              <a:gd name="connsiteX2" fmla="*/ 946479 w 958747"/>
              <a:gd name="connsiteY2" fmla="*/ 1584176 h 1715454"/>
              <a:gd name="connsiteX3" fmla="*/ 10375 w 958747"/>
              <a:gd name="connsiteY3" fmla="*/ 1584176 h 1715454"/>
              <a:gd name="connsiteX0" fmla="*/ 14946 w 963318"/>
              <a:gd name="connsiteY0" fmla="*/ 1584176 h 1681539"/>
              <a:gd name="connsiteX1" fmla="*/ 482998 w 963318"/>
              <a:gd name="connsiteY1" fmla="*/ 0 h 1681539"/>
              <a:gd name="connsiteX2" fmla="*/ 951050 w 963318"/>
              <a:gd name="connsiteY2" fmla="*/ 1584176 h 1681539"/>
              <a:gd name="connsiteX3" fmla="*/ 14946 w 963318"/>
              <a:gd name="connsiteY3" fmla="*/ 1584176 h 1681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3318" h="1681539">
                <a:moveTo>
                  <a:pt x="14946" y="1584176"/>
                </a:moveTo>
                <a:cubicBezTo>
                  <a:pt x="-83043" y="1472267"/>
                  <a:pt x="326981" y="0"/>
                  <a:pt x="482998" y="0"/>
                </a:cubicBezTo>
                <a:cubicBezTo>
                  <a:pt x="639015" y="0"/>
                  <a:pt x="1038072" y="1449789"/>
                  <a:pt x="951050" y="1584176"/>
                </a:cubicBezTo>
                <a:cubicBezTo>
                  <a:pt x="857722" y="1728302"/>
                  <a:pt x="115358" y="1698853"/>
                  <a:pt x="14946" y="1584176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700" i="1" dirty="0">
                <a:solidFill>
                  <a:schemeClr val="bg1"/>
                </a:solidFill>
              </a:rPr>
              <a:t>zwischen </a:t>
            </a:r>
            <a:r>
              <a:rPr lang="de-DE" sz="700" b="1" dirty="0">
                <a:solidFill>
                  <a:schemeClr val="bg1"/>
                </a:solidFill>
              </a:rPr>
              <a:t>E </a:t>
            </a:r>
            <a:r>
              <a:rPr lang="de-DE" sz="700" i="1" dirty="0">
                <a:solidFill>
                  <a:schemeClr val="bg1"/>
                </a:solidFill>
              </a:rPr>
              <a:t>und </a:t>
            </a:r>
            <a:r>
              <a:rPr lang="de-DE" sz="700" b="1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23" name="Triangle 13">
            <a:extLst>
              <a:ext uri="{FF2B5EF4-FFF2-40B4-BE49-F238E27FC236}">
                <a16:creationId xmlns:a16="http://schemas.microsoft.com/office/drawing/2014/main" id="{159A1280-49BB-C560-E902-DDF545A37810}"/>
              </a:ext>
            </a:extLst>
          </p:cNvPr>
          <p:cNvSpPr/>
          <p:nvPr/>
        </p:nvSpPr>
        <p:spPr bwMode="gray">
          <a:xfrm>
            <a:off x="2687525" y="2655327"/>
            <a:ext cx="588331" cy="542913"/>
          </a:xfrm>
          <a:custGeom>
            <a:avLst/>
            <a:gdLst>
              <a:gd name="connsiteX0" fmla="*/ 0 w 936104"/>
              <a:gd name="connsiteY0" fmla="*/ 1584176 h 1584176"/>
              <a:gd name="connsiteX1" fmla="*/ 468052 w 936104"/>
              <a:gd name="connsiteY1" fmla="*/ 0 h 1584176"/>
              <a:gd name="connsiteX2" fmla="*/ 936104 w 936104"/>
              <a:gd name="connsiteY2" fmla="*/ 1584176 h 1584176"/>
              <a:gd name="connsiteX3" fmla="*/ 0 w 936104"/>
              <a:gd name="connsiteY3" fmla="*/ 1584176 h 1584176"/>
              <a:gd name="connsiteX0" fmla="*/ 10201 w 956506"/>
              <a:gd name="connsiteY0" fmla="*/ 1584176 h 1584176"/>
              <a:gd name="connsiteX1" fmla="*/ 478253 w 956506"/>
              <a:gd name="connsiteY1" fmla="*/ 0 h 1584176"/>
              <a:gd name="connsiteX2" fmla="*/ 946305 w 956506"/>
              <a:gd name="connsiteY2" fmla="*/ 1584176 h 1584176"/>
              <a:gd name="connsiteX3" fmla="*/ 10201 w 956506"/>
              <a:gd name="connsiteY3" fmla="*/ 1584176 h 1584176"/>
              <a:gd name="connsiteX0" fmla="*/ 10201 w 956506"/>
              <a:gd name="connsiteY0" fmla="*/ 1584176 h 1717174"/>
              <a:gd name="connsiteX1" fmla="*/ 478253 w 956506"/>
              <a:gd name="connsiteY1" fmla="*/ 0 h 1717174"/>
              <a:gd name="connsiteX2" fmla="*/ 946305 w 956506"/>
              <a:gd name="connsiteY2" fmla="*/ 1584176 h 1717174"/>
              <a:gd name="connsiteX3" fmla="*/ 10201 w 956506"/>
              <a:gd name="connsiteY3" fmla="*/ 1584176 h 1717174"/>
              <a:gd name="connsiteX0" fmla="*/ 10201 w 1018722"/>
              <a:gd name="connsiteY0" fmla="*/ 1584176 h 1717174"/>
              <a:gd name="connsiteX1" fmla="*/ 478253 w 1018722"/>
              <a:gd name="connsiteY1" fmla="*/ 0 h 1717174"/>
              <a:gd name="connsiteX2" fmla="*/ 946305 w 1018722"/>
              <a:gd name="connsiteY2" fmla="*/ 1584176 h 1717174"/>
              <a:gd name="connsiteX3" fmla="*/ 10201 w 1018722"/>
              <a:gd name="connsiteY3" fmla="*/ 1584176 h 1717174"/>
              <a:gd name="connsiteX0" fmla="*/ 10201 w 959015"/>
              <a:gd name="connsiteY0" fmla="*/ 1584176 h 1793983"/>
              <a:gd name="connsiteX1" fmla="*/ 478253 w 959015"/>
              <a:gd name="connsiteY1" fmla="*/ 0 h 1793983"/>
              <a:gd name="connsiteX2" fmla="*/ 946305 w 959015"/>
              <a:gd name="connsiteY2" fmla="*/ 1584176 h 1793983"/>
              <a:gd name="connsiteX3" fmla="*/ 10201 w 959015"/>
              <a:gd name="connsiteY3" fmla="*/ 1584176 h 1793983"/>
              <a:gd name="connsiteX0" fmla="*/ 10201 w 958573"/>
              <a:gd name="connsiteY0" fmla="*/ 1584176 h 1755253"/>
              <a:gd name="connsiteX1" fmla="*/ 478253 w 958573"/>
              <a:gd name="connsiteY1" fmla="*/ 0 h 1755253"/>
              <a:gd name="connsiteX2" fmla="*/ 946305 w 958573"/>
              <a:gd name="connsiteY2" fmla="*/ 1584176 h 1755253"/>
              <a:gd name="connsiteX3" fmla="*/ 10201 w 958573"/>
              <a:gd name="connsiteY3" fmla="*/ 1584176 h 1755253"/>
              <a:gd name="connsiteX0" fmla="*/ 24204 w 972576"/>
              <a:gd name="connsiteY0" fmla="*/ 1584176 h 1718293"/>
              <a:gd name="connsiteX1" fmla="*/ 492256 w 972576"/>
              <a:gd name="connsiteY1" fmla="*/ 0 h 1718293"/>
              <a:gd name="connsiteX2" fmla="*/ 960308 w 972576"/>
              <a:gd name="connsiteY2" fmla="*/ 1584176 h 1718293"/>
              <a:gd name="connsiteX3" fmla="*/ 24204 w 972576"/>
              <a:gd name="connsiteY3" fmla="*/ 1584176 h 1718293"/>
              <a:gd name="connsiteX0" fmla="*/ 10375 w 958747"/>
              <a:gd name="connsiteY0" fmla="*/ 1584176 h 1715454"/>
              <a:gd name="connsiteX1" fmla="*/ 478427 w 958747"/>
              <a:gd name="connsiteY1" fmla="*/ 0 h 1715454"/>
              <a:gd name="connsiteX2" fmla="*/ 946479 w 958747"/>
              <a:gd name="connsiteY2" fmla="*/ 1584176 h 1715454"/>
              <a:gd name="connsiteX3" fmla="*/ 10375 w 958747"/>
              <a:gd name="connsiteY3" fmla="*/ 1584176 h 1715454"/>
              <a:gd name="connsiteX0" fmla="*/ 14946 w 963318"/>
              <a:gd name="connsiteY0" fmla="*/ 1584176 h 1681539"/>
              <a:gd name="connsiteX1" fmla="*/ 482998 w 963318"/>
              <a:gd name="connsiteY1" fmla="*/ 0 h 1681539"/>
              <a:gd name="connsiteX2" fmla="*/ 951050 w 963318"/>
              <a:gd name="connsiteY2" fmla="*/ 1584176 h 1681539"/>
              <a:gd name="connsiteX3" fmla="*/ 14946 w 963318"/>
              <a:gd name="connsiteY3" fmla="*/ 1584176 h 1681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3318" h="1681539">
                <a:moveTo>
                  <a:pt x="14946" y="1584176"/>
                </a:moveTo>
                <a:cubicBezTo>
                  <a:pt x="-83043" y="1472267"/>
                  <a:pt x="326981" y="0"/>
                  <a:pt x="482998" y="0"/>
                </a:cubicBezTo>
                <a:cubicBezTo>
                  <a:pt x="639015" y="0"/>
                  <a:pt x="1038072" y="1449789"/>
                  <a:pt x="951050" y="1584176"/>
                </a:cubicBezTo>
                <a:cubicBezTo>
                  <a:pt x="857722" y="1728302"/>
                  <a:pt x="115358" y="1698853"/>
                  <a:pt x="14946" y="1584176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700" i="1" dirty="0">
                <a:solidFill>
                  <a:schemeClr val="bg1"/>
                </a:solidFill>
              </a:rPr>
              <a:t>größer als </a:t>
            </a:r>
            <a:r>
              <a:rPr lang="de-DE" sz="700" b="1" dirty="0">
                <a:solidFill>
                  <a:schemeClr val="bg1"/>
                </a:solidFill>
              </a:rPr>
              <a:t>S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4998739-5BF0-EEA1-31AE-0EED305FF94B}"/>
              </a:ext>
            </a:extLst>
          </p:cNvPr>
          <p:cNvCxnSpPr>
            <a:cxnSpLocks/>
            <a:stCxn id="38" idx="3"/>
            <a:endCxn id="40" idx="7"/>
          </p:cNvCxnSpPr>
          <p:nvPr/>
        </p:nvCxnSpPr>
        <p:spPr bwMode="gray">
          <a:xfrm flipH="1">
            <a:off x="1417389" y="3825909"/>
            <a:ext cx="503039" cy="1222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8D0E4678-2BA2-3CA4-7BDE-FC2707F749C7}"/>
              </a:ext>
            </a:extLst>
          </p:cNvPr>
          <p:cNvSpPr/>
          <p:nvPr/>
        </p:nvSpPr>
        <p:spPr bwMode="gray">
          <a:xfrm>
            <a:off x="1888792" y="3641521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3A90B41-C431-47C3-CEDE-AAC81C0B859D}"/>
              </a:ext>
            </a:extLst>
          </p:cNvPr>
          <p:cNvCxnSpPr>
            <a:cxnSpLocks/>
            <a:stCxn id="38" idx="5"/>
            <a:endCxn id="48" idx="1"/>
          </p:cNvCxnSpPr>
          <p:nvPr/>
        </p:nvCxnSpPr>
        <p:spPr bwMode="gray">
          <a:xfrm>
            <a:off x="2073180" y="3825909"/>
            <a:ext cx="503039" cy="12227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3B5211B4-8AB8-DC57-7B3D-E2274EA30623}"/>
              </a:ext>
            </a:extLst>
          </p:cNvPr>
          <p:cNvSpPr/>
          <p:nvPr/>
        </p:nvSpPr>
        <p:spPr bwMode="gray">
          <a:xfrm>
            <a:off x="1233001" y="391655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D709F87-3E02-D2BB-4823-3E688BCB52D8}"/>
              </a:ext>
            </a:extLst>
          </p:cNvPr>
          <p:cNvCxnSpPr>
            <a:cxnSpLocks/>
            <a:stCxn id="40" idx="3"/>
            <a:endCxn id="43" idx="1"/>
          </p:cNvCxnSpPr>
          <p:nvPr/>
        </p:nvCxnSpPr>
        <p:spPr bwMode="gray">
          <a:xfrm flipH="1">
            <a:off x="1011918" y="4100940"/>
            <a:ext cx="252719" cy="88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DBEF58B-CFB3-7879-A23D-7A06F06E0E58}"/>
              </a:ext>
            </a:extLst>
          </p:cNvPr>
          <p:cNvCxnSpPr>
            <a:cxnSpLocks/>
            <a:stCxn id="40" idx="5"/>
            <a:endCxn id="44" idx="1"/>
          </p:cNvCxnSpPr>
          <p:nvPr/>
        </p:nvCxnSpPr>
        <p:spPr bwMode="gray">
          <a:xfrm>
            <a:off x="1417389" y="4100940"/>
            <a:ext cx="254354" cy="88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riangle 13">
            <a:extLst>
              <a:ext uri="{FF2B5EF4-FFF2-40B4-BE49-F238E27FC236}">
                <a16:creationId xmlns:a16="http://schemas.microsoft.com/office/drawing/2014/main" id="{36132A89-F22F-D1D6-1BAF-E49675BF8AB4}"/>
              </a:ext>
            </a:extLst>
          </p:cNvPr>
          <p:cNvSpPr/>
          <p:nvPr/>
        </p:nvSpPr>
        <p:spPr bwMode="gray">
          <a:xfrm>
            <a:off x="716935" y="4189077"/>
            <a:ext cx="588331" cy="542913"/>
          </a:xfrm>
          <a:custGeom>
            <a:avLst/>
            <a:gdLst>
              <a:gd name="connsiteX0" fmla="*/ 0 w 936104"/>
              <a:gd name="connsiteY0" fmla="*/ 1584176 h 1584176"/>
              <a:gd name="connsiteX1" fmla="*/ 468052 w 936104"/>
              <a:gd name="connsiteY1" fmla="*/ 0 h 1584176"/>
              <a:gd name="connsiteX2" fmla="*/ 936104 w 936104"/>
              <a:gd name="connsiteY2" fmla="*/ 1584176 h 1584176"/>
              <a:gd name="connsiteX3" fmla="*/ 0 w 936104"/>
              <a:gd name="connsiteY3" fmla="*/ 1584176 h 1584176"/>
              <a:gd name="connsiteX0" fmla="*/ 10201 w 956506"/>
              <a:gd name="connsiteY0" fmla="*/ 1584176 h 1584176"/>
              <a:gd name="connsiteX1" fmla="*/ 478253 w 956506"/>
              <a:gd name="connsiteY1" fmla="*/ 0 h 1584176"/>
              <a:gd name="connsiteX2" fmla="*/ 946305 w 956506"/>
              <a:gd name="connsiteY2" fmla="*/ 1584176 h 1584176"/>
              <a:gd name="connsiteX3" fmla="*/ 10201 w 956506"/>
              <a:gd name="connsiteY3" fmla="*/ 1584176 h 1584176"/>
              <a:gd name="connsiteX0" fmla="*/ 10201 w 956506"/>
              <a:gd name="connsiteY0" fmla="*/ 1584176 h 1717174"/>
              <a:gd name="connsiteX1" fmla="*/ 478253 w 956506"/>
              <a:gd name="connsiteY1" fmla="*/ 0 h 1717174"/>
              <a:gd name="connsiteX2" fmla="*/ 946305 w 956506"/>
              <a:gd name="connsiteY2" fmla="*/ 1584176 h 1717174"/>
              <a:gd name="connsiteX3" fmla="*/ 10201 w 956506"/>
              <a:gd name="connsiteY3" fmla="*/ 1584176 h 1717174"/>
              <a:gd name="connsiteX0" fmla="*/ 10201 w 1018722"/>
              <a:gd name="connsiteY0" fmla="*/ 1584176 h 1717174"/>
              <a:gd name="connsiteX1" fmla="*/ 478253 w 1018722"/>
              <a:gd name="connsiteY1" fmla="*/ 0 h 1717174"/>
              <a:gd name="connsiteX2" fmla="*/ 946305 w 1018722"/>
              <a:gd name="connsiteY2" fmla="*/ 1584176 h 1717174"/>
              <a:gd name="connsiteX3" fmla="*/ 10201 w 1018722"/>
              <a:gd name="connsiteY3" fmla="*/ 1584176 h 1717174"/>
              <a:gd name="connsiteX0" fmla="*/ 10201 w 959015"/>
              <a:gd name="connsiteY0" fmla="*/ 1584176 h 1793983"/>
              <a:gd name="connsiteX1" fmla="*/ 478253 w 959015"/>
              <a:gd name="connsiteY1" fmla="*/ 0 h 1793983"/>
              <a:gd name="connsiteX2" fmla="*/ 946305 w 959015"/>
              <a:gd name="connsiteY2" fmla="*/ 1584176 h 1793983"/>
              <a:gd name="connsiteX3" fmla="*/ 10201 w 959015"/>
              <a:gd name="connsiteY3" fmla="*/ 1584176 h 1793983"/>
              <a:gd name="connsiteX0" fmla="*/ 10201 w 958573"/>
              <a:gd name="connsiteY0" fmla="*/ 1584176 h 1755253"/>
              <a:gd name="connsiteX1" fmla="*/ 478253 w 958573"/>
              <a:gd name="connsiteY1" fmla="*/ 0 h 1755253"/>
              <a:gd name="connsiteX2" fmla="*/ 946305 w 958573"/>
              <a:gd name="connsiteY2" fmla="*/ 1584176 h 1755253"/>
              <a:gd name="connsiteX3" fmla="*/ 10201 w 958573"/>
              <a:gd name="connsiteY3" fmla="*/ 1584176 h 1755253"/>
              <a:gd name="connsiteX0" fmla="*/ 24204 w 972576"/>
              <a:gd name="connsiteY0" fmla="*/ 1584176 h 1718293"/>
              <a:gd name="connsiteX1" fmla="*/ 492256 w 972576"/>
              <a:gd name="connsiteY1" fmla="*/ 0 h 1718293"/>
              <a:gd name="connsiteX2" fmla="*/ 960308 w 972576"/>
              <a:gd name="connsiteY2" fmla="*/ 1584176 h 1718293"/>
              <a:gd name="connsiteX3" fmla="*/ 24204 w 972576"/>
              <a:gd name="connsiteY3" fmla="*/ 1584176 h 1718293"/>
              <a:gd name="connsiteX0" fmla="*/ 10375 w 958747"/>
              <a:gd name="connsiteY0" fmla="*/ 1584176 h 1715454"/>
              <a:gd name="connsiteX1" fmla="*/ 478427 w 958747"/>
              <a:gd name="connsiteY1" fmla="*/ 0 h 1715454"/>
              <a:gd name="connsiteX2" fmla="*/ 946479 w 958747"/>
              <a:gd name="connsiteY2" fmla="*/ 1584176 h 1715454"/>
              <a:gd name="connsiteX3" fmla="*/ 10375 w 958747"/>
              <a:gd name="connsiteY3" fmla="*/ 1584176 h 1715454"/>
              <a:gd name="connsiteX0" fmla="*/ 14946 w 963318"/>
              <a:gd name="connsiteY0" fmla="*/ 1584176 h 1681539"/>
              <a:gd name="connsiteX1" fmla="*/ 482998 w 963318"/>
              <a:gd name="connsiteY1" fmla="*/ 0 h 1681539"/>
              <a:gd name="connsiteX2" fmla="*/ 951050 w 963318"/>
              <a:gd name="connsiteY2" fmla="*/ 1584176 h 1681539"/>
              <a:gd name="connsiteX3" fmla="*/ 14946 w 963318"/>
              <a:gd name="connsiteY3" fmla="*/ 1584176 h 1681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3318" h="1681539">
                <a:moveTo>
                  <a:pt x="14946" y="1584176"/>
                </a:moveTo>
                <a:cubicBezTo>
                  <a:pt x="-83043" y="1472267"/>
                  <a:pt x="326981" y="0"/>
                  <a:pt x="482998" y="0"/>
                </a:cubicBezTo>
                <a:cubicBezTo>
                  <a:pt x="639015" y="0"/>
                  <a:pt x="1038072" y="1449789"/>
                  <a:pt x="951050" y="1584176"/>
                </a:cubicBezTo>
                <a:cubicBezTo>
                  <a:pt x="857722" y="1728302"/>
                  <a:pt x="115358" y="1698853"/>
                  <a:pt x="14946" y="1584176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700" i="1" dirty="0">
                <a:solidFill>
                  <a:schemeClr val="bg1"/>
                </a:solidFill>
              </a:rPr>
              <a:t>kleiner als </a:t>
            </a:r>
            <a:r>
              <a:rPr lang="de-DE" sz="7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44" name="Triangle 13">
            <a:extLst>
              <a:ext uri="{FF2B5EF4-FFF2-40B4-BE49-F238E27FC236}">
                <a16:creationId xmlns:a16="http://schemas.microsoft.com/office/drawing/2014/main" id="{730002E2-F690-470D-4456-FEB9E6F381C7}"/>
              </a:ext>
            </a:extLst>
          </p:cNvPr>
          <p:cNvSpPr/>
          <p:nvPr/>
        </p:nvSpPr>
        <p:spPr bwMode="gray">
          <a:xfrm>
            <a:off x="1376760" y="4189077"/>
            <a:ext cx="588331" cy="542913"/>
          </a:xfrm>
          <a:custGeom>
            <a:avLst/>
            <a:gdLst>
              <a:gd name="connsiteX0" fmla="*/ 0 w 936104"/>
              <a:gd name="connsiteY0" fmla="*/ 1584176 h 1584176"/>
              <a:gd name="connsiteX1" fmla="*/ 468052 w 936104"/>
              <a:gd name="connsiteY1" fmla="*/ 0 h 1584176"/>
              <a:gd name="connsiteX2" fmla="*/ 936104 w 936104"/>
              <a:gd name="connsiteY2" fmla="*/ 1584176 h 1584176"/>
              <a:gd name="connsiteX3" fmla="*/ 0 w 936104"/>
              <a:gd name="connsiteY3" fmla="*/ 1584176 h 1584176"/>
              <a:gd name="connsiteX0" fmla="*/ 10201 w 956506"/>
              <a:gd name="connsiteY0" fmla="*/ 1584176 h 1584176"/>
              <a:gd name="connsiteX1" fmla="*/ 478253 w 956506"/>
              <a:gd name="connsiteY1" fmla="*/ 0 h 1584176"/>
              <a:gd name="connsiteX2" fmla="*/ 946305 w 956506"/>
              <a:gd name="connsiteY2" fmla="*/ 1584176 h 1584176"/>
              <a:gd name="connsiteX3" fmla="*/ 10201 w 956506"/>
              <a:gd name="connsiteY3" fmla="*/ 1584176 h 1584176"/>
              <a:gd name="connsiteX0" fmla="*/ 10201 w 956506"/>
              <a:gd name="connsiteY0" fmla="*/ 1584176 h 1717174"/>
              <a:gd name="connsiteX1" fmla="*/ 478253 w 956506"/>
              <a:gd name="connsiteY1" fmla="*/ 0 h 1717174"/>
              <a:gd name="connsiteX2" fmla="*/ 946305 w 956506"/>
              <a:gd name="connsiteY2" fmla="*/ 1584176 h 1717174"/>
              <a:gd name="connsiteX3" fmla="*/ 10201 w 956506"/>
              <a:gd name="connsiteY3" fmla="*/ 1584176 h 1717174"/>
              <a:gd name="connsiteX0" fmla="*/ 10201 w 1018722"/>
              <a:gd name="connsiteY0" fmla="*/ 1584176 h 1717174"/>
              <a:gd name="connsiteX1" fmla="*/ 478253 w 1018722"/>
              <a:gd name="connsiteY1" fmla="*/ 0 h 1717174"/>
              <a:gd name="connsiteX2" fmla="*/ 946305 w 1018722"/>
              <a:gd name="connsiteY2" fmla="*/ 1584176 h 1717174"/>
              <a:gd name="connsiteX3" fmla="*/ 10201 w 1018722"/>
              <a:gd name="connsiteY3" fmla="*/ 1584176 h 1717174"/>
              <a:gd name="connsiteX0" fmla="*/ 10201 w 959015"/>
              <a:gd name="connsiteY0" fmla="*/ 1584176 h 1793983"/>
              <a:gd name="connsiteX1" fmla="*/ 478253 w 959015"/>
              <a:gd name="connsiteY1" fmla="*/ 0 h 1793983"/>
              <a:gd name="connsiteX2" fmla="*/ 946305 w 959015"/>
              <a:gd name="connsiteY2" fmla="*/ 1584176 h 1793983"/>
              <a:gd name="connsiteX3" fmla="*/ 10201 w 959015"/>
              <a:gd name="connsiteY3" fmla="*/ 1584176 h 1793983"/>
              <a:gd name="connsiteX0" fmla="*/ 10201 w 958573"/>
              <a:gd name="connsiteY0" fmla="*/ 1584176 h 1755253"/>
              <a:gd name="connsiteX1" fmla="*/ 478253 w 958573"/>
              <a:gd name="connsiteY1" fmla="*/ 0 h 1755253"/>
              <a:gd name="connsiteX2" fmla="*/ 946305 w 958573"/>
              <a:gd name="connsiteY2" fmla="*/ 1584176 h 1755253"/>
              <a:gd name="connsiteX3" fmla="*/ 10201 w 958573"/>
              <a:gd name="connsiteY3" fmla="*/ 1584176 h 1755253"/>
              <a:gd name="connsiteX0" fmla="*/ 24204 w 972576"/>
              <a:gd name="connsiteY0" fmla="*/ 1584176 h 1718293"/>
              <a:gd name="connsiteX1" fmla="*/ 492256 w 972576"/>
              <a:gd name="connsiteY1" fmla="*/ 0 h 1718293"/>
              <a:gd name="connsiteX2" fmla="*/ 960308 w 972576"/>
              <a:gd name="connsiteY2" fmla="*/ 1584176 h 1718293"/>
              <a:gd name="connsiteX3" fmla="*/ 24204 w 972576"/>
              <a:gd name="connsiteY3" fmla="*/ 1584176 h 1718293"/>
              <a:gd name="connsiteX0" fmla="*/ 10375 w 958747"/>
              <a:gd name="connsiteY0" fmla="*/ 1584176 h 1715454"/>
              <a:gd name="connsiteX1" fmla="*/ 478427 w 958747"/>
              <a:gd name="connsiteY1" fmla="*/ 0 h 1715454"/>
              <a:gd name="connsiteX2" fmla="*/ 946479 w 958747"/>
              <a:gd name="connsiteY2" fmla="*/ 1584176 h 1715454"/>
              <a:gd name="connsiteX3" fmla="*/ 10375 w 958747"/>
              <a:gd name="connsiteY3" fmla="*/ 1584176 h 1715454"/>
              <a:gd name="connsiteX0" fmla="*/ 14946 w 963318"/>
              <a:gd name="connsiteY0" fmla="*/ 1584176 h 1681539"/>
              <a:gd name="connsiteX1" fmla="*/ 482998 w 963318"/>
              <a:gd name="connsiteY1" fmla="*/ 0 h 1681539"/>
              <a:gd name="connsiteX2" fmla="*/ 951050 w 963318"/>
              <a:gd name="connsiteY2" fmla="*/ 1584176 h 1681539"/>
              <a:gd name="connsiteX3" fmla="*/ 14946 w 963318"/>
              <a:gd name="connsiteY3" fmla="*/ 1584176 h 1681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3318" h="1681539">
                <a:moveTo>
                  <a:pt x="14946" y="1584176"/>
                </a:moveTo>
                <a:cubicBezTo>
                  <a:pt x="-83043" y="1472267"/>
                  <a:pt x="326981" y="0"/>
                  <a:pt x="482998" y="0"/>
                </a:cubicBezTo>
                <a:cubicBezTo>
                  <a:pt x="639015" y="0"/>
                  <a:pt x="1038072" y="1449789"/>
                  <a:pt x="951050" y="1584176"/>
                </a:cubicBezTo>
                <a:cubicBezTo>
                  <a:pt x="857722" y="1728302"/>
                  <a:pt x="115358" y="1698853"/>
                  <a:pt x="14946" y="1584176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700" i="1" dirty="0">
                <a:solidFill>
                  <a:schemeClr val="bg1"/>
                </a:solidFill>
              </a:rPr>
              <a:t>zwischen </a:t>
            </a:r>
            <a:r>
              <a:rPr lang="de-DE" sz="700" b="1" dirty="0">
                <a:solidFill>
                  <a:schemeClr val="bg1"/>
                </a:solidFill>
              </a:rPr>
              <a:t>A</a:t>
            </a:r>
            <a:r>
              <a:rPr lang="de-DE" sz="700" dirty="0">
                <a:solidFill>
                  <a:schemeClr val="bg1"/>
                </a:solidFill>
              </a:rPr>
              <a:t> </a:t>
            </a:r>
            <a:r>
              <a:rPr lang="de-DE" sz="700" i="1" dirty="0">
                <a:solidFill>
                  <a:schemeClr val="bg1"/>
                </a:solidFill>
              </a:rPr>
              <a:t>und</a:t>
            </a:r>
            <a:r>
              <a:rPr lang="de-DE" sz="700" dirty="0">
                <a:solidFill>
                  <a:schemeClr val="bg1"/>
                </a:solidFill>
              </a:rPr>
              <a:t> </a:t>
            </a:r>
            <a:r>
              <a:rPr lang="de-DE" sz="700" b="1" dirty="0">
                <a:solidFill>
                  <a:schemeClr val="bg1"/>
                </a:solidFill>
              </a:rPr>
              <a:t>E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5331A0A-A953-7B6B-483A-AEEEDA4E6529}"/>
              </a:ext>
            </a:extLst>
          </p:cNvPr>
          <p:cNvCxnSpPr>
            <a:cxnSpLocks/>
            <a:endCxn id="38" idx="0"/>
          </p:cNvCxnSpPr>
          <p:nvPr/>
        </p:nvCxnSpPr>
        <p:spPr bwMode="gray">
          <a:xfrm>
            <a:off x="1996804" y="3524751"/>
            <a:ext cx="0" cy="11677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0FA7BB2F-9109-7CDA-FF42-355C9FE5BA0F}"/>
              </a:ext>
            </a:extLst>
          </p:cNvPr>
          <p:cNvSpPr/>
          <p:nvPr/>
        </p:nvSpPr>
        <p:spPr bwMode="gray">
          <a:xfrm>
            <a:off x="2544583" y="391655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S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9669EEA-7BCF-D01E-1857-0363012DD772}"/>
              </a:ext>
            </a:extLst>
          </p:cNvPr>
          <p:cNvCxnSpPr>
            <a:cxnSpLocks/>
            <a:stCxn id="48" idx="3"/>
            <a:endCxn id="55" idx="1"/>
          </p:cNvCxnSpPr>
          <p:nvPr/>
        </p:nvCxnSpPr>
        <p:spPr bwMode="gray">
          <a:xfrm flipH="1">
            <a:off x="2323500" y="4100940"/>
            <a:ext cx="252719" cy="88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1EA0506-9F03-1CA2-ADBE-8D473B4E64F5}"/>
              </a:ext>
            </a:extLst>
          </p:cNvPr>
          <p:cNvCxnSpPr>
            <a:cxnSpLocks/>
            <a:stCxn id="48" idx="5"/>
            <a:endCxn id="56" idx="1"/>
          </p:cNvCxnSpPr>
          <p:nvPr/>
        </p:nvCxnSpPr>
        <p:spPr bwMode="gray">
          <a:xfrm>
            <a:off x="2728971" y="4100940"/>
            <a:ext cx="254354" cy="881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riangle 13">
            <a:extLst>
              <a:ext uri="{FF2B5EF4-FFF2-40B4-BE49-F238E27FC236}">
                <a16:creationId xmlns:a16="http://schemas.microsoft.com/office/drawing/2014/main" id="{6BB4DA41-F6E9-A6D5-B356-22A906EF9515}"/>
              </a:ext>
            </a:extLst>
          </p:cNvPr>
          <p:cNvSpPr/>
          <p:nvPr/>
        </p:nvSpPr>
        <p:spPr bwMode="gray">
          <a:xfrm>
            <a:off x="2028517" y="4189077"/>
            <a:ext cx="588331" cy="542913"/>
          </a:xfrm>
          <a:custGeom>
            <a:avLst/>
            <a:gdLst>
              <a:gd name="connsiteX0" fmla="*/ 0 w 936104"/>
              <a:gd name="connsiteY0" fmla="*/ 1584176 h 1584176"/>
              <a:gd name="connsiteX1" fmla="*/ 468052 w 936104"/>
              <a:gd name="connsiteY1" fmla="*/ 0 h 1584176"/>
              <a:gd name="connsiteX2" fmla="*/ 936104 w 936104"/>
              <a:gd name="connsiteY2" fmla="*/ 1584176 h 1584176"/>
              <a:gd name="connsiteX3" fmla="*/ 0 w 936104"/>
              <a:gd name="connsiteY3" fmla="*/ 1584176 h 1584176"/>
              <a:gd name="connsiteX0" fmla="*/ 10201 w 956506"/>
              <a:gd name="connsiteY0" fmla="*/ 1584176 h 1584176"/>
              <a:gd name="connsiteX1" fmla="*/ 478253 w 956506"/>
              <a:gd name="connsiteY1" fmla="*/ 0 h 1584176"/>
              <a:gd name="connsiteX2" fmla="*/ 946305 w 956506"/>
              <a:gd name="connsiteY2" fmla="*/ 1584176 h 1584176"/>
              <a:gd name="connsiteX3" fmla="*/ 10201 w 956506"/>
              <a:gd name="connsiteY3" fmla="*/ 1584176 h 1584176"/>
              <a:gd name="connsiteX0" fmla="*/ 10201 w 956506"/>
              <a:gd name="connsiteY0" fmla="*/ 1584176 h 1717174"/>
              <a:gd name="connsiteX1" fmla="*/ 478253 w 956506"/>
              <a:gd name="connsiteY1" fmla="*/ 0 h 1717174"/>
              <a:gd name="connsiteX2" fmla="*/ 946305 w 956506"/>
              <a:gd name="connsiteY2" fmla="*/ 1584176 h 1717174"/>
              <a:gd name="connsiteX3" fmla="*/ 10201 w 956506"/>
              <a:gd name="connsiteY3" fmla="*/ 1584176 h 1717174"/>
              <a:gd name="connsiteX0" fmla="*/ 10201 w 1018722"/>
              <a:gd name="connsiteY0" fmla="*/ 1584176 h 1717174"/>
              <a:gd name="connsiteX1" fmla="*/ 478253 w 1018722"/>
              <a:gd name="connsiteY1" fmla="*/ 0 h 1717174"/>
              <a:gd name="connsiteX2" fmla="*/ 946305 w 1018722"/>
              <a:gd name="connsiteY2" fmla="*/ 1584176 h 1717174"/>
              <a:gd name="connsiteX3" fmla="*/ 10201 w 1018722"/>
              <a:gd name="connsiteY3" fmla="*/ 1584176 h 1717174"/>
              <a:gd name="connsiteX0" fmla="*/ 10201 w 959015"/>
              <a:gd name="connsiteY0" fmla="*/ 1584176 h 1793983"/>
              <a:gd name="connsiteX1" fmla="*/ 478253 w 959015"/>
              <a:gd name="connsiteY1" fmla="*/ 0 h 1793983"/>
              <a:gd name="connsiteX2" fmla="*/ 946305 w 959015"/>
              <a:gd name="connsiteY2" fmla="*/ 1584176 h 1793983"/>
              <a:gd name="connsiteX3" fmla="*/ 10201 w 959015"/>
              <a:gd name="connsiteY3" fmla="*/ 1584176 h 1793983"/>
              <a:gd name="connsiteX0" fmla="*/ 10201 w 958573"/>
              <a:gd name="connsiteY0" fmla="*/ 1584176 h 1755253"/>
              <a:gd name="connsiteX1" fmla="*/ 478253 w 958573"/>
              <a:gd name="connsiteY1" fmla="*/ 0 h 1755253"/>
              <a:gd name="connsiteX2" fmla="*/ 946305 w 958573"/>
              <a:gd name="connsiteY2" fmla="*/ 1584176 h 1755253"/>
              <a:gd name="connsiteX3" fmla="*/ 10201 w 958573"/>
              <a:gd name="connsiteY3" fmla="*/ 1584176 h 1755253"/>
              <a:gd name="connsiteX0" fmla="*/ 24204 w 972576"/>
              <a:gd name="connsiteY0" fmla="*/ 1584176 h 1718293"/>
              <a:gd name="connsiteX1" fmla="*/ 492256 w 972576"/>
              <a:gd name="connsiteY1" fmla="*/ 0 h 1718293"/>
              <a:gd name="connsiteX2" fmla="*/ 960308 w 972576"/>
              <a:gd name="connsiteY2" fmla="*/ 1584176 h 1718293"/>
              <a:gd name="connsiteX3" fmla="*/ 24204 w 972576"/>
              <a:gd name="connsiteY3" fmla="*/ 1584176 h 1718293"/>
              <a:gd name="connsiteX0" fmla="*/ 10375 w 958747"/>
              <a:gd name="connsiteY0" fmla="*/ 1584176 h 1715454"/>
              <a:gd name="connsiteX1" fmla="*/ 478427 w 958747"/>
              <a:gd name="connsiteY1" fmla="*/ 0 h 1715454"/>
              <a:gd name="connsiteX2" fmla="*/ 946479 w 958747"/>
              <a:gd name="connsiteY2" fmla="*/ 1584176 h 1715454"/>
              <a:gd name="connsiteX3" fmla="*/ 10375 w 958747"/>
              <a:gd name="connsiteY3" fmla="*/ 1584176 h 1715454"/>
              <a:gd name="connsiteX0" fmla="*/ 14946 w 963318"/>
              <a:gd name="connsiteY0" fmla="*/ 1584176 h 1681539"/>
              <a:gd name="connsiteX1" fmla="*/ 482998 w 963318"/>
              <a:gd name="connsiteY1" fmla="*/ 0 h 1681539"/>
              <a:gd name="connsiteX2" fmla="*/ 951050 w 963318"/>
              <a:gd name="connsiteY2" fmla="*/ 1584176 h 1681539"/>
              <a:gd name="connsiteX3" fmla="*/ 14946 w 963318"/>
              <a:gd name="connsiteY3" fmla="*/ 1584176 h 1681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3318" h="1681539">
                <a:moveTo>
                  <a:pt x="14946" y="1584176"/>
                </a:moveTo>
                <a:cubicBezTo>
                  <a:pt x="-83043" y="1472267"/>
                  <a:pt x="326981" y="0"/>
                  <a:pt x="482998" y="0"/>
                </a:cubicBezTo>
                <a:cubicBezTo>
                  <a:pt x="639015" y="0"/>
                  <a:pt x="1038072" y="1449789"/>
                  <a:pt x="951050" y="1584176"/>
                </a:cubicBezTo>
                <a:cubicBezTo>
                  <a:pt x="857722" y="1728302"/>
                  <a:pt x="115358" y="1698853"/>
                  <a:pt x="14946" y="1584176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700" i="1" dirty="0">
                <a:solidFill>
                  <a:schemeClr val="bg1"/>
                </a:solidFill>
              </a:rPr>
              <a:t>zwischen </a:t>
            </a:r>
            <a:r>
              <a:rPr lang="de-DE" sz="700" b="1" dirty="0">
                <a:solidFill>
                  <a:schemeClr val="bg1"/>
                </a:solidFill>
              </a:rPr>
              <a:t>E </a:t>
            </a:r>
            <a:r>
              <a:rPr lang="de-DE" sz="700" i="1" dirty="0">
                <a:solidFill>
                  <a:schemeClr val="bg1"/>
                </a:solidFill>
              </a:rPr>
              <a:t>und </a:t>
            </a:r>
            <a:r>
              <a:rPr lang="de-DE" sz="700" b="1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56" name="Triangle 13">
            <a:extLst>
              <a:ext uri="{FF2B5EF4-FFF2-40B4-BE49-F238E27FC236}">
                <a16:creationId xmlns:a16="http://schemas.microsoft.com/office/drawing/2014/main" id="{0B6E520F-AFA1-7969-2927-435CB00028FA}"/>
              </a:ext>
            </a:extLst>
          </p:cNvPr>
          <p:cNvSpPr/>
          <p:nvPr/>
        </p:nvSpPr>
        <p:spPr bwMode="gray">
          <a:xfrm>
            <a:off x="2688342" y="4189077"/>
            <a:ext cx="588331" cy="542913"/>
          </a:xfrm>
          <a:custGeom>
            <a:avLst/>
            <a:gdLst>
              <a:gd name="connsiteX0" fmla="*/ 0 w 936104"/>
              <a:gd name="connsiteY0" fmla="*/ 1584176 h 1584176"/>
              <a:gd name="connsiteX1" fmla="*/ 468052 w 936104"/>
              <a:gd name="connsiteY1" fmla="*/ 0 h 1584176"/>
              <a:gd name="connsiteX2" fmla="*/ 936104 w 936104"/>
              <a:gd name="connsiteY2" fmla="*/ 1584176 h 1584176"/>
              <a:gd name="connsiteX3" fmla="*/ 0 w 936104"/>
              <a:gd name="connsiteY3" fmla="*/ 1584176 h 1584176"/>
              <a:gd name="connsiteX0" fmla="*/ 10201 w 956506"/>
              <a:gd name="connsiteY0" fmla="*/ 1584176 h 1584176"/>
              <a:gd name="connsiteX1" fmla="*/ 478253 w 956506"/>
              <a:gd name="connsiteY1" fmla="*/ 0 h 1584176"/>
              <a:gd name="connsiteX2" fmla="*/ 946305 w 956506"/>
              <a:gd name="connsiteY2" fmla="*/ 1584176 h 1584176"/>
              <a:gd name="connsiteX3" fmla="*/ 10201 w 956506"/>
              <a:gd name="connsiteY3" fmla="*/ 1584176 h 1584176"/>
              <a:gd name="connsiteX0" fmla="*/ 10201 w 956506"/>
              <a:gd name="connsiteY0" fmla="*/ 1584176 h 1717174"/>
              <a:gd name="connsiteX1" fmla="*/ 478253 w 956506"/>
              <a:gd name="connsiteY1" fmla="*/ 0 h 1717174"/>
              <a:gd name="connsiteX2" fmla="*/ 946305 w 956506"/>
              <a:gd name="connsiteY2" fmla="*/ 1584176 h 1717174"/>
              <a:gd name="connsiteX3" fmla="*/ 10201 w 956506"/>
              <a:gd name="connsiteY3" fmla="*/ 1584176 h 1717174"/>
              <a:gd name="connsiteX0" fmla="*/ 10201 w 1018722"/>
              <a:gd name="connsiteY0" fmla="*/ 1584176 h 1717174"/>
              <a:gd name="connsiteX1" fmla="*/ 478253 w 1018722"/>
              <a:gd name="connsiteY1" fmla="*/ 0 h 1717174"/>
              <a:gd name="connsiteX2" fmla="*/ 946305 w 1018722"/>
              <a:gd name="connsiteY2" fmla="*/ 1584176 h 1717174"/>
              <a:gd name="connsiteX3" fmla="*/ 10201 w 1018722"/>
              <a:gd name="connsiteY3" fmla="*/ 1584176 h 1717174"/>
              <a:gd name="connsiteX0" fmla="*/ 10201 w 959015"/>
              <a:gd name="connsiteY0" fmla="*/ 1584176 h 1793983"/>
              <a:gd name="connsiteX1" fmla="*/ 478253 w 959015"/>
              <a:gd name="connsiteY1" fmla="*/ 0 h 1793983"/>
              <a:gd name="connsiteX2" fmla="*/ 946305 w 959015"/>
              <a:gd name="connsiteY2" fmla="*/ 1584176 h 1793983"/>
              <a:gd name="connsiteX3" fmla="*/ 10201 w 959015"/>
              <a:gd name="connsiteY3" fmla="*/ 1584176 h 1793983"/>
              <a:gd name="connsiteX0" fmla="*/ 10201 w 958573"/>
              <a:gd name="connsiteY0" fmla="*/ 1584176 h 1755253"/>
              <a:gd name="connsiteX1" fmla="*/ 478253 w 958573"/>
              <a:gd name="connsiteY1" fmla="*/ 0 h 1755253"/>
              <a:gd name="connsiteX2" fmla="*/ 946305 w 958573"/>
              <a:gd name="connsiteY2" fmla="*/ 1584176 h 1755253"/>
              <a:gd name="connsiteX3" fmla="*/ 10201 w 958573"/>
              <a:gd name="connsiteY3" fmla="*/ 1584176 h 1755253"/>
              <a:gd name="connsiteX0" fmla="*/ 24204 w 972576"/>
              <a:gd name="connsiteY0" fmla="*/ 1584176 h 1718293"/>
              <a:gd name="connsiteX1" fmla="*/ 492256 w 972576"/>
              <a:gd name="connsiteY1" fmla="*/ 0 h 1718293"/>
              <a:gd name="connsiteX2" fmla="*/ 960308 w 972576"/>
              <a:gd name="connsiteY2" fmla="*/ 1584176 h 1718293"/>
              <a:gd name="connsiteX3" fmla="*/ 24204 w 972576"/>
              <a:gd name="connsiteY3" fmla="*/ 1584176 h 1718293"/>
              <a:gd name="connsiteX0" fmla="*/ 10375 w 958747"/>
              <a:gd name="connsiteY0" fmla="*/ 1584176 h 1715454"/>
              <a:gd name="connsiteX1" fmla="*/ 478427 w 958747"/>
              <a:gd name="connsiteY1" fmla="*/ 0 h 1715454"/>
              <a:gd name="connsiteX2" fmla="*/ 946479 w 958747"/>
              <a:gd name="connsiteY2" fmla="*/ 1584176 h 1715454"/>
              <a:gd name="connsiteX3" fmla="*/ 10375 w 958747"/>
              <a:gd name="connsiteY3" fmla="*/ 1584176 h 1715454"/>
              <a:gd name="connsiteX0" fmla="*/ 14946 w 963318"/>
              <a:gd name="connsiteY0" fmla="*/ 1584176 h 1681539"/>
              <a:gd name="connsiteX1" fmla="*/ 482998 w 963318"/>
              <a:gd name="connsiteY1" fmla="*/ 0 h 1681539"/>
              <a:gd name="connsiteX2" fmla="*/ 951050 w 963318"/>
              <a:gd name="connsiteY2" fmla="*/ 1584176 h 1681539"/>
              <a:gd name="connsiteX3" fmla="*/ 14946 w 963318"/>
              <a:gd name="connsiteY3" fmla="*/ 1584176 h 1681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3318" h="1681539">
                <a:moveTo>
                  <a:pt x="14946" y="1584176"/>
                </a:moveTo>
                <a:cubicBezTo>
                  <a:pt x="-83043" y="1472267"/>
                  <a:pt x="326981" y="0"/>
                  <a:pt x="482998" y="0"/>
                </a:cubicBezTo>
                <a:cubicBezTo>
                  <a:pt x="639015" y="0"/>
                  <a:pt x="1038072" y="1449789"/>
                  <a:pt x="951050" y="1584176"/>
                </a:cubicBezTo>
                <a:cubicBezTo>
                  <a:pt x="857722" y="1728302"/>
                  <a:pt x="115358" y="1698853"/>
                  <a:pt x="14946" y="1584176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de-DE" sz="700" i="1" dirty="0">
                <a:solidFill>
                  <a:schemeClr val="bg1"/>
                </a:solidFill>
              </a:rPr>
              <a:t>größer als </a:t>
            </a:r>
            <a:r>
              <a:rPr lang="de-DE" sz="700" b="1" dirty="0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D41E00-A4EB-CF27-E734-B5FE266E4666}"/>
              </a:ext>
            </a:extLst>
          </p:cNvPr>
          <p:cNvSpPr txBox="1"/>
          <p:nvPr/>
        </p:nvSpPr>
        <p:spPr bwMode="gray">
          <a:xfrm>
            <a:off x="4605151" y="4215885"/>
            <a:ext cx="161245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200" b="1" dirty="0">
                <a:hlinkClick r:id="rId3"/>
              </a:rPr>
              <a:t>redblack_bst.h</a:t>
            </a:r>
            <a:endParaRPr lang="en-DE" sz="1200" b="1" dirty="0"/>
          </a:p>
        </p:txBody>
      </p:sp>
    </p:spTree>
    <p:extLst>
      <p:ext uri="{BB962C8B-B14F-4D97-AF65-F5344CB8AC3E}">
        <p14:creationId xmlns:p14="http://schemas.microsoft.com/office/powerpoint/2010/main" val="11668436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3" grpId="0" animBg="1"/>
      <p:bldP spid="15" grpId="0" animBg="1"/>
      <p:bldP spid="18" grpId="0" animBg="1"/>
      <p:bldP spid="19" grpId="0" animBg="1"/>
      <p:bldP spid="54" grpId="0"/>
      <p:bldP spid="8" grpId="0" animBg="1"/>
      <p:bldP spid="22" grpId="0" animBg="1"/>
      <p:bldP spid="23" grpId="0" animBg="1"/>
      <p:bldP spid="38" grpId="0" animBg="1"/>
      <p:bldP spid="40" grpId="0" animBg="1"/>
      <p:bldP spid="43" grpId="0" animBg="1"/>
      <p:bldP spid="44" grpId="0" animBg="1"/>
      <p:bldP spid="48" grpId="0" animBg="1"/>
      <p:bldP spid="55" grpId="0" animBg="1"/>
      <p:bldP spid="56" grpId="0" animBg="1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de-DE" altLang="en-DE" dirty="0"/>
              <a:t>2-3 Bäume</a:t>
            </a:r>
          </a:p>
          <a:p>
            <a:pPr marL="342900" indent="-342900"/>
            <a:r>
              <a:rPr lang="de-DE" altLang="en-DE" dirty="0"/>
              <a:t>(Links-Neigende) Rot-Schwarz Bäume (</a:t>
            </a:r>
            <a:r>
              <a:rPr lang="en-US" altLang="en-DE" i="1" dirty="0"/>
              <a:t>left-leaning red-black trees</a:t>
            </a:r>
            <a:r>
              <a:rPr lang="de-DE" altLang="en-DE" dirty="0"/>
              <a:t>)</a:t>
            </a:r>
          </a:p>
          <a:p>
            <a:pPr marL="614125" lvl="1" indent="-342900"/>
            <a:r>
              <a:rPr lang="de-DE" altLang="en-DE" dirty="0"/>
              <a:t>Rotationen und Farbwechsel</a:t>
            </a:r>
          </a:p>
          <a:p>
            <a:pPr marL="614125" lvl="1" indent="-342900"/>
            <a:r>
              <a:rPr lang="de-DE" altLang="en-DE" b="1" dirty="0"/>
              <a:t>Einfügen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303033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97E0710-C85E-C7E3-0187-C7629FAD3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Warmup 1: Einfügen in einen Baum mit 1 Knoten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E7E9652-E24D-E3CB-81E9-F4B0C161A816}"/>
              </a:ext>
            </a:extLst>
          </p:cNvPr>
          <p:cNvSpPr/>
          <p:nvPr/>
        </p:nvSpPr>
        <p:spPr bwMode="gray">
          <a:xfrm>
            <a:off x="1475656" y="213970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5A857BF-0C08-F9E3-83CD-E90F466BFE5C}"/>
              </a:ext>
            </a:extLst>
          </p:cNvPr>
          <p:cNvCxnSpPr>
            <a:cxnSpLocks/>
            <a:stCxn id="4" idx="3"/>
          </p:cNvCxnSpPr>
          <p:nvPr/>
        </p:nvCxnSpPr>
        <p:spPr bwMode="gray">
          <a:xfrm flipH="1">
            <a:off x="1444070" y="2324090"/>
            <a:ext cx="63222" cy="1271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E0D95CA-5CF6-C4A3-E522-7A0F7CDAE7CE}"/>
              </a:ext>
            </a:extLst>
          </p:cNvPr>
          <p:cNvCxnSpPr>
            <a:cxnSpLocks/>
            <a:stCxn id="4" idx="5"/>
          </p:cNvCxnSpPr>
          <p:nvPr/>
        </p:nvCxnSpPr>
        <p:spPr bwMode="gray">
          <a:xfrm>
            <a:off x="1660044" y="2324090"/>
            <a:ext cx="63222" cy="1271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A48E828-7FCD-9302-C231-43587ACF2ECB}"/>
              </a:ext>
            </a:extLst>
          </p:cNvPr>
          <p:cNvSpPr txBox="1"/>
          <p:nvPr/>
        </p:nvSpPr>
        <p:spPr bwMode="gray">
          <a:xfrm>
            <a:off x="1079612" y="1547441"/>
            <a:ext cx="1008112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000" dirty="0">
                <a:solidFill>
                  <a:srgbClr val="C00000"/>
                </a:solidFill>
              </a:rPr>
              <a:t>Links einfügen (</a:t>
            </a:r>
            <a:r>
              <a:rPr lang="de-DE" sz="1000" b="1" dirty="0">
                <a:solidFill>
                  <a:srgbClr val="C00000"/>
                </a:solidFill>
              </a:rPr>
              <a:t>A</a:t>
            </a:r>
            <a:r>
              <a:rPr lang="de-DE" sz="1000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211C211-F3B2-AA3B-3C0A-92283C5FC675}"/>
              </a:ext>
            </a:extLst>
          </p:cNvPr>
          <p:cNvSpPr/>
          <p:nvPr/>
        </p:nvSpPr>
        <p:spPr bwMode="gray">
          <a:xfrm>
            <a:off x="1442776" y="416152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CE657D-308E-FDA8-E409-155B026E4600}"/>
              </a:ext>
            </a:extLst>
          </p:cNvPr>
          <p:cNvCxnSpPr>
            <a:cxnSpLocks/>
            <a:stCxn id="8" idx="3"/>
            <a:endCxn id="11" idx="7"/>
          </p:cNvCxnSpPr>
          <p:nvPr/>
        </p:nvCxnSpPr>
        <p:spPr bwMode="gray">
          <a:xfrm flipH="1">
            <a:off x="1411140" y="4345911"/>
            <a:ext cx="63272" cy="10613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C0A2A5A-DC77-8D97-C0C0-E3B3B3CE460C}"/>
              </a:ext>
            </a:extLst>
          </p:cNvPr>
          <p:cNvCxnSpPr>
            <a:cxnSpLocks/>
            <a:stCxn id="8" idx="5"/>
          </p:cNvCxnSpPr>
          <p:nvPr/>
        </p:nvCxnSpPr>
        <p:spPr bwMode="gray">
          <a:xfrm>
            <a:off x="1627164" y="4345911"/>
            <a:ext cx="63222" cy="1271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7AABB101-650A-A328-7435-1AAE9FE858A8}"/>
              </a:ext>
            </a:extLst>
          </p:cNvPr>
          <p:cNvSpPr/>
          <p:nvPr/>
        </p:nvSpPr>
        <p:spPr bwMode="gray">
          <a:xfrm>
            <a:off x="1226752" y="442040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8FFE09B-2FA8-9233-FDC9-8E620E8974A7}"/>
              </a:ext>
            </a:extLst>
          </p:cNvPr>
          <p:cNvCxnSpPr>
            <a:cxnSpLocks/>
            <a:stCxn id="11" idx="3"/>
          </p:cNvCxnSpPr>
          <p:nvPr/>
        </p:nvCxnSpPr>
        <p:spPr bwMode="gray">
          <a:xfrm flipH="1">
            <a:off x="1195166" y="4604794"/>
            <a:ext cx="63222" cy="1271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321013A-3A93-EFE3-9F32-6E49F5A9A95E}"/>
              </a:ext>
            </a:extLst>
          </p:cNvPr>
          <p:cNvCxnSpPr>
            <a:cxnSpLocks/>
            <a:stCxn id="11" idx="5"/>
          </p:cNvCxnSpPr>
          <p:nvPr/>
        </p:nvCxnSpPr>
        <p:spPr bwMode="gray">
          <a:xfrm>
            <a:off x="1411140" y="4604794"/>
            <a:ext cx="63222" cy="1271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81CBADC9-C2BD-E520-BCD4-7740566FE768}"/>
              </a:ext>
            </a:extLst>
          </p:cNvPr>
          <p:cNvSpPr/>
          <p:nvPr/>
        </p:nvSpPr>
        <p:spPr bwMode="gray">
          <a:xfrm>
            <a:off x="4680012" y="2139702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C9B8A72-E8C4-EEE4-AB30-D2A93BB95BEE}"/>
              </a:ext>
            </a:extLst>
          </p:cNvPr>
          <p:cNvCxnSpPr>
            <a:cxnSpLocks/>
            <a:stCxn id="16" idx="3"/>
          </p:cNvCxnSpPr>
          <p:nvPr/>
        </p:nvCxnSpPr>
        <p:spPr bwMode="gray">
          <a:xfrm flipH="1">
            <a:off x="4648426" y="2324090"/>
            <a:ext cx="63222" cy="1271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CE41675-EE85-2BA9-04AC-A61EF05F5282}"/>
              </a:ext>
            </a:extLst>
          </p:cNvPr>
          <p:cNvCxnSpPr>
            <a:cxnSpLocks/>
            <a:stCxn id="16" idx="5"/>
          </p:cNvCxnSpPr>
          <p:nvPr/>
        </p:nvCxnSpPr>
        <p:spPr bwMode="gray">
          <a:xfrm>
            <a:off x="4864400" y="2324090"/>
            <a:ext cx="63222" cy="1271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E884188-724C-05C3-DA6F-FFD7C4B41E84}"/>
              </a:ext>
            </a:extLst>
          </p:cNvPr>
          <p:cNvSpPr txBox="1"/>
          <p:nvPr/>
        </p:nvSpPr>
        <p:spPr bwMode="gray">
          <a:xfrm>
            <a:off x="4283968" y="1547441"/>
            <a:ext cx="1008112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000" dirty="0">
                <a:solidFill>
                  <a:srgbClr val="C00000"/>
                </a:solidFill>
              </a:rPr>
              <a:t>Rechts einfügen (</a:t>
            </a:r>
            <a:r>
              <a:rPr lang="de-DE" sz="1000" b="1" dirty="0">
                <a:solidFill>
                  <a:srgbClr val="C00000"/>
                </a:solidFill>
              </a:rPr>
              <a:t>B</a:t>
            </a:r>
            <a:r>
              <a:rPr lang="de-DE" sz="1000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7B49DDC-FFB1-A0C2-A587-5314B3118F25}"/>
              </a:ext>
            </a:extLst>
          </p:cNvPr>
          <p:cNvSpPr/>
          <p:nvPr/>
        </p:nvSpPr>
        <p:spPr bwMode="gray">
          <a:xfrm>
            <a:off x="4647132" y="4161523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7CF82F3-2ABC-D8D3-8EB6-8D129635F72C}"/>
              </a:ext>
            </a:extLst>
          </p:cNvPr>
          <p:cNvCxnSpPr>
            <a:cxnSpLocks/>
            <a:stCxn id="20" idx="3"/>
            <a:endCxn id="23" idx="7"/>
          </p:cNvCxnSpPr>
          <p:nvPr/>
        </p:nvCxnSpPr>
        <p:spPr bwMode="gray">
          <a:xfrm flipH="1">
            <a:off x="4615496" y="4345911"/>
            <a:ext cx="63272" cy="10613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8A324B7-4219-3BFA-6F4F-9013CF860BF8}"/>
              </a:ext>
            </a:extLst>
          </p:cNvPr>
          <p:cNvCxnSpPr>
            <a:cxnSpLocks/>
            <a:stCxn id="20" idx="5"/>
          </p:cNvCxnSpPr>
          <p:nvPr/>
        </p:nvCxnSpPr>
        <p:spPr bwMode="gray">
          <a:xfrm>
            <a:off x="4831520" y="4345911"/>
            <a:ext cx="63222" cy="1271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0AA01FCB-4871-AC84-6028-E274AFB34198}"/>
              </a:ext>
            </a:extLst>
          </p:cNvPr>
          <p:cNvSpPr/>
          <p:nvPr/>
        </p:nvSpPr>
        <p:spPr bwMode="gray">
          <a:xfrm>
            <a:off x="4431108" y="4420406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4584998-D2FC-8643-EAE1-E3BABA84F641}"/>
              </a:ext>
            </a:extLst>
          </p:cNvPr>
          <p:cNvCxnSpPr>
            <a:cxnSpLocks/>
            <a:stCxn id="23" idx="3"/>
          </p:cNvCxnSpPr>
          <p:nvPr/>
        </p:nvCxnSpPr>
        <p:spPr bwMode="gray">
          <a:xfrm flipH="1">
            <a:off x="4399522" y="4604794"/>
            <a:ext cx="63222" cy="1271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7CEAB08-1664-2098-B85B-602B8E3BFB62}"/>
              </a:ext>
            </a:extLst>
          </p:cNvPr>
          <p:cNvCxnSpPr>
            <a:cxnSpLocks/>
            <a:stCxn id="23" idx="5"/>
          </p:cNvCxnSpPr>
          <p:nvPr/>
        </p:nvCxnSpPr>
        <p:spPr bwMode="gray">
          <a:xfrm>
            <a:off x="4615496" y="4604794"/>
            <a:ext cx="63222" cy="1271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DA481085-9502-33D1-6E44-6443FB37C626}"/>
              </a:ext>
            </a:extLst>
          </p:cNvPr>
          <p:cNvSpPr/>
          <p:nvPr/>
        </p:nvSpPr>
        <p:spPr bwMode="gray">
          <a:xfrm>
            <a:off x="4711598" y="3009395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92FAC70-443D-6113-03BF-B3BD94C3200D}"/>
              </a:ext>
            </a:extLst>
          </p:cNvPr>
          <p:cNvCxnSpPr>
            <a:cxnSpLocks/>
            <a:stCxn id="26" idx="3"/>
          </p:cNvCxnSpPr>
          <p:nvPr/>
        </p:nvCxnSpPr>
        <p:spPr bwMode="gray">
          <a:xfrm flipH="1">
            <a:off x="4679962" y="3193783"/>
            <a:ext cx="63272" cy="10613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1D742A8-167E-C31E-F5A3-EDC8C9A9295D}"/>
              </a:ext>
            </a:extLst>
          </p:cNvPr>
          <p:cNvCxnSpPr>
            <a:cxnSpLocks/>
            <a:stCxn id="26" idx="5"/>
            <a:endCxn id="32" idx="1"/>
          </p:cNvCxnSpPr>
          <p:nvPr/>
        </p:nvCxnSpPr>
        <p:spPr bwMode="gray">
          <a:xfrm>
            <a:off x="4895986" y="3193783"/>
            <a:ext cx="67690" cy="1296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E205C6FD-4E73-C214-4B2C-097E7A4C13E9}"/>
              </a:ext>
            </a:extLst>
          </p:cNvPr>
          <p:cNvSpPr/>
          <p:nvPr/>
        </p:nvSpPr>
        <p:spPr bwMode="gray">
          <a:xfrm>
            <a:off x="4932040" y="3291830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21476DC-A9B2-C7E0-D67D-DABCCC7EB147}"/>
              </a:ext>
            </a:extLst>
          </p:cNvPr>
          <p:cNvCxnSpPr>
            <a:cxnSpLocks/>
            <a:stCxn id="32" idx="3"/>
          </p:cNvCxnSpPr>
          <p:nvPr/>
        </p:nvCxnSpPr>
        <p:spPr bwMode="gray">
          <a:xfrm flipH="1">
            <a:off x="4900454" y="3476218"/>
            <a:ext cx="63222" cy="1271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A775C37-89B7-F291-CE92-81AE1C16F670}"/>
              </a:ext>
            </a:extLst>
          </p:cNvPr>
          <p:cNvCxnSpPr>
            <a:cxnSpLocks/>
            <a:stCxn id="32" idx="5"/>
          </p:cNvCxnSpPr>
          <p:nvPr/>
        </p:nvCxnSpPr>
        <p:spPr bwMode="gray">
          <a:xfrm>
            <a:off x="5116428" y="3476218"/>
            <a:ext cx="63222" cy="1271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Down Arrow 35">
            <a:extLst>
              <a:ext uri="{FF2B5EF4-FFF2-40B4-BE49-F238E27FC236}">
                <a16:creationId xmlns:a16="http://schemas.microsoft.com/office/drawing/2014/main" id="{A83399A5-FA22-5E7A-465F-8000A8835C5C}"/>
              </a:ext>
            </a:extLst>
          </p:cNvPr>
          <p:cNvSpPr/>
          <p:nvPr/>
        </p:nvSpPr>
        <p:spPr bwMode="gray">
          <a:xfrm>
            <a:off x="1411140" y="3062786"/>
            <a:ext cx="303322" cy="36004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37" name="Down Arrow 36">
            <a:extLst>
              <a:ext uri="{FF2B5EF4-FFF2-40B4-BE49-F238E27FC236}">
                <a16:creationId xmlns:a16="http://schemas.microsoft.com/office/drawing/2014/main" id="{C81CF4CE-3C06-3E25-E901-872CC038212E}"/>
              </a:ext>
            </a:extLst>
          </p:cNvPr>
          <p:cNvSpPr/>
          <p:nvPr/>
        </p:nvSpPr>
        <p:spPr bwMode="gray">
          <a:xfrm>
            <a:off x="4636363" y="2568438"/>
            <a:ext cx="303322" cy="36004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38" name="Down Arrow 37">
            <a:extLst>
              <a:ext uri="{FF2B5EF4-FFF2-40B4-BE49-F238E27FC236}">
                <a16:creationId xmlns:a16="http://schemas.microsoft.com/office/drawing/2014/main" id="{43766771-67B3-979D-13FE-6CED18C2C89F}"/>
              </a:ext>
            </a:extLst>
          </p:cNvPr>
          <p:cNvSpPr/>
          <p:nvPr/>
        </p:nvSpPr>
        <p:spPr bwMode="gray">
          <a:xfrm>
            <a:off x="4624204" y="3709289"/>
            <a:ext cx="303322" cy="36004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29413B1-C51E-236F-2896-F290FC46B342}"/>
              </a:ext>
            </a:extLst>
          </p:cNvPr>
          <p:cNvSpPr txBox="1"/>
          <p:nvPr/>
        </p:nvSpPr>
        <p:spPr bwMode="gray">
          <a:xfrm>
            <a:off x="1843123" y="3027094"/>
            <a:ext cx="1008112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000" dirty="0">
                <a:solidFill>
                  <a:srgbClr val="C00000"/>
                </a:solidFill>
              </a:rPr>
              <a:t>Neuen Knoten mit </a:t>
            </a:r>
            <a:br>
              <a:rPr lang="de-DE" sz="1000" dirty="0">
                <a:solidFill>
                  <a:srgbClr val="C00000"/>
                </a:solidFill>
              </a:rPr>
            </a:br>
            <a:r>
              <a:rPr lang="de-DE" sz="1000" dirty="0">
                <a:solidFill>
                  <a:srgbClr val="C00000"/>
                </a:solidFill>
              </a:rPr>
              <a:t>roter Kante einfügen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F70E531-516F-8B90-8B16-19C043FDCE54}"/>
              </a:ext>
            </a:extLst>
          </p:cNvPr>
          <p:cNvSpPr txBox="1"/>
          <p:nvPr/>
        </p:nvSpPr>
        <p:spPr bwMode="gray">
          <a:xfrm>
            <a:off x="5210538" y="2568438"/>
            <a:ext cx="1008112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000" dirty="0">
                <a:solidFill>
                  <a:srgbClr val="C00000"/>
                </a:solidFill>
              </a:rPr>
              <a:t>Neuen Knoten mit </a:t>
            </a:r>
            <a:br>
              <a:rPr lang="de-DE" sz="1000" dirty="0">
                <a:solidFill>
                  <a:srgbClr val="C00000"/>
                </a:solidFill>
              </a:rPr>
            </a:br>
            <a:r>
              <a:rPr lang="de-DE" sz="1000" dirty="0">
                <a:solidFill>
                  <a:srgbClr val="C00000"/>
                </a:solidFill>
              </a:rPr>
              <a:t>roter Kante einfügen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7799BB4-88EE-D1DF-5C04-38F741520F64}"/>
              </a:ext>
            </a:extLst>
          </p:cNvPr>
          <p:cNvSpPr txBox="1"/>
          <p:nvPr/>
        </p:nvSpPr>
        <p:spPr bwMode="gray">
          <a:xfrm>
            <a:off x="5716453" y="3156777"/>
            <a:ext cx="1008112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000" dirty="0">
                <a:solidFill>
                  <a:srgbClr val="C00000"/>
                </a:solidFill>
              </a:rPr>
              <a:t>Kein legaler links-neigender</a:t>
            </a:r>
            <a:br>
              <a:rPr lang="de-DE" sz="1000" dirty="0">
                <a:solidFill>
                  <a:srgbClr val="C00000"/>
                </a:solidFill>
              </a:rPr>
            </a:br>
            <a:r>
              <a:rPr lang="de-DE" sz="1000" dirty="0">
                <a:solidFill>
                  <a:srgbClr val="C00000"/>
                </a:solidFill>
              </a:rPr>
              <a:t>Rot-Schwarz Baum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2103BAE-C8C5-5923-D1A4-09536ADBE068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4963676" y="3225419"/>
            <a:ext cx="328404" cy="1732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9546CBC8-B13D-CEB0-2443-B26C1C4428FC}"/>
              </a:ext>
            </a:extLst>
          </p:cNvPr>
          <p:cNvSpPr txBox="1"/>
          <p:nvPr/>
        </p:nvSpPr>
        <p:spPr bwMode="gray">
          <a:xfrm>
            <a:off x="5219580" y="3756884"/>
            <a:ext cx="1008112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000" dirty="0">
                <a:solidFill>
                  <a:srgbClr val="C00000"/>
                </a:solidFill>
              </a:rPr>
              <a:t>Linksrotation</a:t>
            </a:r>
          </a:p>
        </p:txBody>
      </p:sp>
    </p:spTree>
    <p:extLst>
      <p:ext uri="{BB962C8B-B14F-4D97-AF65-F5344CB8AC3E}">
        <p14:creationId xmlns:p14="http://schemas.microsoft.com/office/powerpoint/2010/main" val="412411589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500"/>
                            </p:stCondLst>
                            <p:childTnLst>
                              <p:par>
                                <p:cTn id="8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500"/>
                            </p:stCondLst>
                            <p:childTnLst>
                              <p:par>
                                <p:cTn id="1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8" grpId="0" animBg="1"/>
      <p:bldP spid="11" grpId="0" animBg="1"/>
      <p:bldP spid="16" grpId="0" animBg="1"/>
      <p:bldP spid="19" grpId="0"/>
      <p:bldP spid="20" grpId="0" animBg="1"/>
      <p:bldP spid="23" grpId="0" animBg="1"/>
      <p:bldP spid="26" grpId="0" animBg="1"/>
      <p:bldP spid="32" grpId="0" animBg="1"/>
      <p:bldP spid="36" grpId="0" animBg="1"/>
      <p:bldP spid="37" grpId="0" animBg="1"/>
      <p:bldP spid="38" grpId="0" animBg="1"/>
      <p:bldP spid="39" grpId="0"/>
      <p:bldP spid="40" grpId="0"/>
      <p:bldP spid="41" grpId="0"/>
      <p:bldP spid="4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D006277-C7C4-CDF7-A72A-D69E5A6F2F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1239837"/>
            <a:ext cx="6877051" cy="764387"/>
          </a:xfrm>
        </p:spPr>
        <p:txBody>
          <a:bodyPr/>
          <a:lstStyle/>
          <a:p>
            <a:r>
              <a:rPr lang="de-DE" b="1" dirty="0"/>
              <a:t>Schritt 1</a:t>
            </a:r>
            <a:r>
              <a:rPr lang="de-DE" dirty="0"/>
              <a:t>: Färbe die neue Kante </a:t>
            </a:r>
            <a:r>
              <a:rPr lang="de-DE" dirty="0">
                <a:solidFill>
                  <a:srgbClr val="FF0000"/>
                </a:solidFill>
              </a:rPr>
              <a:t>rot</a:t>
            </a:r>
          </a:p>
          <a:p>
            <a:r>
              <a:rPr lang="de-DE" b="1" dirty="0"/>
              <a:t>Schritt 2</a:t>
            </a:r>
            <a:r>
              <a:rPr lang="de-DE" dirty="0"/>
              <a:t>: Wenn die neue Kante eine Rechtskante war: Linksrotation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B004EC-159F-CE18-FC6E-EFFCBDA7C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Fall 1: Einfügen in einen Baum mit finalem 2-Knoten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4AAD85-6FAA-4633-C2FE-75CE2C7CD5BE}"/>
              </a:ext>
            </a:extLst>
          </p:cNvPr>
          <p:cNvSpPr txBox="1"/>
          <p:nvPr/>
        </p:nvSpPr>
        <p:spPr bwMode="gray">
          <a:xfrm>
            <a:off x="4788024" y="1230260"/>
            <a:ext cx="1008112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000" dirty="0">
                <a:solidFill>
                  <a:srgbClr val="C00000"/>
                </a:solidFill>
              </a:rPr>
              <a:t>Erhält symmetrische Ordnung und perfekte Balance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8B75C10-0CE0-E31D-C450-013FBB8D7152}"/>
              </a:ext>
            </a:extLst>
          </p:cNvPr>
          <p:cNvCxnSpPr>
            <a:cxnSpLocks/>
          </p:cNvCxnSpPr>
          <p:nvPr/>
        </p:nvCxnSpPr>
        <p:spPr bwMode="gray">
          <a:xfrm flipH="1">
            <a:off x="3779912" y="1396949"/>
            <a:ext cx="792088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F57103E-514B-093E-CDC5-70F014FE8E09}"/>
              </a:ext>
            </a:extLst>
          </p:cNvPr>
          <p:cNvSpPr txBox="1"/>
          <p:nvPr/>
        </p:nvSpPr>
        <p:spPr bwMode="gray">
          <a:xfrm>
            <a:off x="7451851" y="1568107"/>
            <a:ext cx="1008112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000" dirty="0">
                <a:solidFill>
                  <a:srgbClr val="C00000"/>
                </a:solidFill>
              </a:rPr>
              <a:t>Erhält Farbinvarianz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B1E3E80-70C3-42F4-F432-C657568B5124}"/>
              </a:ext>
            </a:extLst>
          </p:cNvPr>
          <p:cNvCxnSpPr>
            <a:cxnSpLocks/>
          </p:cNvCxnSpPr>
          <p:nvPr/>
        </p:nvCxnSpPr>
        <p:spPr bwMode="gray">
          <a:xfrm flipH="1">
            <a:off x="6443739" y="1734796"/>
            <a:ext cx="792088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910084C1-155C-B0C0-837C-E0023B993923}"/>
              </a:ext>
            </a:extLst>
          </p:cNvPr>
          <p:cNvGrpSpPr/>
          <p:nvPr/>
        </p:nvGrpSpPr>
        <p:grpSpPr>
          <a:xfrm>
            <a:off x="1948079" y="2139702"/>
            <a:ext cx="1215400" cy="722545"/>
            <a:chOff x="1948079" y="2139702"/>
            <a:chExt cx="1215400" cy="722545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C8E9F4D-46E6-E302-37F1-1CBCAD0ADEF1}"/>
                </a:ext>
              </a:extLst>
            </p:cNvPr>
            <p:cNvSpPr/>
            <p:nvPr/>
          </p:nvSpPr>
          <p:spPr bwMode="gray">
            <a:xfrm>
              <a:off x="2447767" y="213970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E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AC344A9-2AFB-57A0-B80C-DD467172EEB7}"/>
                </a:ext>
              </a:extLst>
            </p:cNvPr>
            <p:cNvCxnSpPr>
              <a:cxnSpLocks/>
              <a:stCxn id="10" idx="3"/>
              <a:endCxn id="19" idx="7"/>
            </p:cNvCxnSpPr>
            <p:nvPr/>
          </p:nvCxnSpPr>
          <p:spPr bwMode="gray">
            <a:xfrm flipH="1">
              <a:off x="2164103" y="2324090"/>
              <a:ext cx="315300" cy="831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5394C0C-F01A-AF5D-C638-C9DB34364A91}"/>
                </a:ext>
              </a:extLst>
            </p:cNvPr>
            <p:cNvCxnSpPr>
              <a:cxnSpLocks/>
              <a:stCxn id="10" idx="5"/>
              <a:endCxn id="13" idx="1"/>
            </p:cNvCxnSpPr>
            <p:nvPr/>
          </p:nvCxnSpPr>
          <p:spPr bwMode="gray">
            <a:xfrm>
              <a:off x="2632155" y="2324090"/>
              <a:ext cx="315300" cy="632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510FFB5-CDB6-1A84-64F1-F10A60F63DEB}"/>
                </a:ext>
              </a:extLst>
            </p:cNvPr>
            <p:cNvSpPr/>
            <p:nvPr/>
          </p:nvSpPr>
          <p:spPr bwMode="gray">
            <a:xfrm>
              <a:off x="2915819" y="2355726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S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3B96290-354F-2084-3508-127575A869B7}"/>
                </a:ext>
              </a:extLst>
            </p:cNvPr>
            <p:cNvCxnSpPr>
              <a:cxnSpLocks/>
              <a:stCxn id="13" idx="3"/>
              <a:endCxn id="16" idx="7"/>
            </p:cNvCxnSpPr>
            <p:nvPr/>
          </p:nvCxnSpPr>
          <p:spPr bwMode="gray">
            <a:xfrm flipH="1">
              <a:off x="2852597" y="2540114"/>
              <a:ext cx="94858" cy="6327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F78401C-C2BD-FFC1-17F3-B3A3C505DB5C}"/>
                </a:ext>
              </a:extLst>
            </p:cNvPr>
            <p:cNvCxnSpPr>
              <a:cxnSpLocks/>
              <a:stCxn id="13" idx="5"/>
            </p:cNvCxnSpPr>
            <p:nvPr/>
          </p:nvCxnSpPr>
          <p:spPr bwMode="gray">
            <a:xfrm>
              <a:off x="3100207" y="2540114"/>
              <a:ext cx="63272" cy="6611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DA07367-3539-7159-25EC-6524F79C1A15}"/>
                </a:ext>
              </a:extLst>
            </p:cNvPr>
            <p:cNvSpPr/>
            <p:nvPr/>
          </p:nvSpPr>
          <p:spPr bwMode="gray">
            <a:xfrm>
              <a:off x="2668209" y="257175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R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B5D6FF-16AA-2243-9C12-6E264E4DEF0F}"/>
                </a:ext>
              </a:extLst>
            </p:cNvPr>
            <p:cNvCxnSpPr>
              <a:cxnSpLocks/>
              <a:stCxn id="16" idx="3"/>
            </p:cNvCxnSpPr>
            <p:nvPr/>
          </p:nvCxnSpPr>
          <p:spPr bwMode="gray">
            <a:xfrm flipH="1">
              <a:off x="2636623" y="2756138"/>
              <a:ext cx="63222" cy="10610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8B411A0-7CB1-7093-83CC-314B6910D195}"/>
                </a:ext>
              </a:extLst>
            </p:cNvPr>
            <p:cNvCxnSpPr>
              <a:cxnSpLocks/>
              <a:stCxn id="16" idx="5"/>
            </p:cNvCxnSpPr>
            <p:nvPr/>
          </p:nvCxnSpPr>
          <p:spPr bwMode="gray">
            <a:xfrm>
              <a:off x="2852597" y="2756138"/>
              <a:ext cx="63222" cy="10610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F731BC8-C155-AED5-E8CE-1E9FF20084C1}"/>
                </a:ext>
              </a:extLst>
            </p:cNvPr>
            <p:cNvSpPr/>
            <p:nvPr/>
          </p:nvSpPr>
          <p:spPr bwMode="gray">
            <a:xfrm>
              <a:off x="1979715" y="2375586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5C9F4FA-650A-B007-117B-2E1DBFFEBDE4}"/>
                </a:ext>
              </a:extLst>
            </p:cNvPr>
            <p:cNvCxnSpPr>
              <a:cxnSpLocks/>
              <a:stCxn id="19" idx="3"/>
            </p:cNvCxnSpPr>
            <p:nvPr/>
          </p:nvCxnSpPr>
          <p:spPr bwMode="gray">
            <a:xfrm flipH="1">
              <a:off x="1948079" y="2559974"/>
              <a:ext cx="63272" cy="4341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A7D263A-D964-7053-65B9-74A318FEF335}"/>
                </a:ext>
              </a:extLst>
            </p:cNvPr>
            <p:cNvCxnSpPr>
              <a:cxnSpLocks/>
              <a:stCxn id="19" idx="5"/>
            </p:cNvCxnSpPr>
            <p:nvPr/>
          </p:nvCxnSpPr>
          <p:spPr bwMode="gray">
            <a:xfrm>
              <a:off x="2164103" y="2559974"/>
              <a:ext cx="63272" cy="4341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6BE7FF15-272F-EA23-BF78-345C0C25DD18}"/>
              </a:ext>
            </a:extLst>
          </p:cNvPr>
          <p:cNvGrpSpPr/>
          <p:nvPr/>
        </p:nvGrpSpPr>
        <p:grpSpPr>
          <a:xfrm>
            <a:off x="1943661" y="3155361"/>
            <a:ext cx="1215400" cy="722545"/>
            <a:chOff x="1943661" y="3155361"/>
            <a:chExt cx="1215400" cy="722545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1F023B67-2B89-63D3-7478-EE325D5AFFD7}"/>
                </a:ext>
              </a:extLst>
            </p:cNvPr>
            <p:cNvSpPr/>
            <p:nvPr/>
          </p:nvSpPr>
          <p:spPr bwMode="gray">
            <a:xfrm>
              <a:off x="2443349" y="3155361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E</a:t>
              </a:r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FB32A4A-D2B2-A5E5-F9AE-9D377740A3BF}"/>
                </a:ext>
              </a:extLst>
            </p:cNvPr>
            <p:cNvCxnSpPr>
              <a:cxnSpLocks/>
              <a:stCxn id="43" idx="3"/>
              <a:endCxn id="52" idx="7"/>
            </p:cNvCxnSpPr>
            <p:nvPr/>
          </p:nvCxnSpPr>
          <p:spPr bwMode="gray">
            <a:xfrm flipH="1">
              <a:off x="2159685" y="3339749"/>
              <a:ext cx="315300" cy="831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7E86B26-CCBB-C52A-7A11-B7965B9A4A76}"/>
                </a:ext>
              </a:extLst>
            </p:cNvPr>
            <p:cNvCxnSpPr>
              <a:cxnSpLocks/>
              <a:stCxn id="43" idx="5"/>
              <a:endCxn id="46" idx="1"/>
            </p:cNvCxnSpPr>
            <p:nvPr/>
          </p:nvCxnSpPr>
          <p:spPr bwMode="gray">
            <a:xfrm>
              <a:off x="2627737" y="3339749"/>
              <a:ext cx="315300" cy="632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2E0ACEA3-1001-3F26-9DE1-F6A1BC1790BB}"/>
                </a:ext>
              </a:extLst>
            </p:cNvPr>
            <p:cNvSpPr/>
            <p:nvPr/>
          </p:nvSpPr>
          <p:spPr bwMode="gray">
            <a:xfrm>
              <a:off x="2911401" y="3371385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S</a:t>
              </a: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D9D1644B-E7CF-D9F1-A835-26CA66218428}"/>
                </a:ext>
              </a:extLst>
            </p:cNvPr>
            <p:cNvCxnSpPr>
              <a:cxnSpLocks/>
              <a:stCxn id="46" idx="3"/>
              <a:endCxn id="49" idx="7"/>
            </p:cNvCxnSpPr>
            <p:nvPr/>
          </p:nvCxnSpPr>
          <p:spPr bwMode="gray">
            <a:xfrm flipH="1">
              <a:off x="2848179" y="3555773"/>
              <a:ext cx="94858" cy="6327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ED8A177-ECD8-27C3-B2BA-ABB9BCB16F35}"/>
                </a:ext>
              </a:extLst>
            </p:cNvPr>
            <p:cNvCxnSpPr>
              <a:cxnSpLocks/>
              <a:stCxn id="46" idx="5"/>
            </p:cNvCxnSpPr>
            <p:nvPr/>
          </p:nvCxnSpPr>
          <p:spPr bwMode="gray">
            <a:xfrm>
              <a:off x="3095789" y="3555773"/>
              <a:ext cx="63272" cy="6611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5F52E271-1F67-71D3-25B3-52645A632D2D}"/>
                </a:ext>
              </a:extLst>
            </p:cNvPr>
            <p:cNvSpPr/>
            <p:nvPr/>
          </p:nvSpPr>
          <p:spPr bwMode="gray">
            <a:xfrm>
              <a:off x="2663791" y="3587409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R</a:t>
              </a:r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1E74A50D-1186-EEC4-8C20-E645A59C125B}"/>
                </a:ext>
              </a:extLst>
            </p:cNvPr>
            <p:cNvCxnSpPr>
              <a:cxnSpLocks/>
              <a:stCxn id="49" idx="3"/>
            </p:cNvCxnSpPr>
            <p:nvPr/>
          </p:nvCxnSpPr>
          <p:spPr bwMode="gray">
            <a:xfrm flipH="1">
              <a:off x="2632205" y="3771797"/>
              <a:ext cx="63222" cy="10610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396F2604-C5B6-03CF-AEC2-50A420C27A23}"/>
                </a:ext>
              </a:extLst>
            </p:cNvPr>
            <p:cNvCxnSpPr>
              <a:cxnSpLocks/>
              <a:stCxn id="49" idx="5"/>
            </p:cNvCxnSpPr>
            <p:nvPr/>
          </p:nvCxnSpPr>
          <p:spPr bwMode="gray">
            <a:xfrm>
              <a:off x="2848179" y="3771797"/>
              <a:ext cx="63222" cy="10610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2D72D4C-5938-E610-2932-C7C7A1A1EE16}"/>
                </a:ext>
              </a:extLst>
            </p:cNvPr>
            <p:cNvSpPr/>
            <p:nvPr/>
          </p:nvSpPr>
          <p:spPr bwMode="gray">
            <a:xfrm>
              <a:off x="1975297" y="3391245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9BCE694-74A2-0D43-1C23-BF4E062018E0}"/>
                </a:ext>
              </a:extLst>
            </p:cNvPr>
            <p:cNvCxnSpPr>
              <a:cxnSpLocks/>
              <a:stCxn id="52" idx="3"/>
            </p:cNvCxnSpPr>
            <p:nvPr/>
          </p:nvCxnSpPr>
          <p:spPr bwMode="gray">
            <a:xfrm flipH="1">
              <a:off x="1943661" y="3575633"/>
              <a:ext cx="63272" cy="4341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DC711D0-3532-138E-D419-A7B561DAAB56}"/>
              </a:ext>
            </a:extLst>
          </p:cNvPr>
          <p:cNvCxnSpPr>
            <a:cxnSpLocks/>
            <a:stCxn id="52" idx="5"/>
            <a:endCxn id="55" idx="1"/>
          </p:cNvCxnSpPr>
          <p:nvPr/>
        </p:nvCxnSpPr>
        <p:spPr bwMode="gray">
          <a:xfrm>
            <a:off x="2159685" y="3575633"/>
            <a:ext cx="63272" cy="4341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6C106E86-89AC-9916-B355-5D06464695BF}"/>
              </a:ext>
            </a:extLst>
          </p:cNvPr>
          <p:cNvSpPr/>
          <p:nvPr/>
        </p:nvSpPr>
        <p:spPr bwMode="gray">
          <a:xfrm>
            <a:off x="2191321" y="3587409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A6EE236-0127-8DAC-DC62-C26196C17CC3}"/>
              </a:ext>
            </a:extLst>
          </p:cNvPr>
          <p:cNvCxnSpPr>
            <a:cxnSpLocks/>
            <a:stCxn id="55" idx="3"/>
          </p:cNvCxnSpPr>
          <p:nvPr/>
        </p:nvCxnSpPr>
        <p:spPr bwMode="gray">
          <a:xfrm flipH="1">
            <a:off x="2159735" y="3771797"/>
            <a:ext cx="63222" cy="965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08F7ECC-6E5E-E54C-DFCA-3059DDBF6127}"/>
              </a:ext>
            </a:extLst>
          </p:cNvPr>
          <p:cNvCxnSpPr>
            <a:cxnSpLocks/>
            <a:stCxn id="55" idx="5"/>
          </p:cNvCxnSpPr>
          <p:nvPr/>
        </p:nvCxnSpPr>
        <p:spPr bwMode="gray">
          <a:xfrm>
            <a:off x="2375709" y="3771797"/>
            <a:ext cx="63222" cy="965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B13DA103-4795-C3FB-3A4F-5F0237CB27C1}"/>
              </a:ext>
            </a:extLst>
          </p:cNvPr>
          <p:cNvGrpSpPr/>
          <p:nvPr/>
        </p:nvGrpSpPr>
        <p:grpSpPr>
          <a:xfrm>
            <a:off x="2164103" y="4064880"/>
            <a:ext cx="999376" cy="722545"/>
            <a:chOff x="2164103" y="4064880"/>
            <a:chExt cx="999376" cy="722545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974C40CC-D1E7-9CE4-7ED8-21FFCB7B6492}"/>
                </a:ext>
              </a:extLst>
            </p:cNvPr>
            <p:cNvSpPr/>
            <p:nvPr/>
          </p:nvSpPr>
          <p:spPr bwMode="gray">
            <a:xfrm>
              <a:off x="2447767" y="406488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E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147A297-C25F-47E8-18F0-5745C73C50E0}"/>
                </a:ext>
              </a:extLst>
            </p:cNvPr>
            <p:cNvCxnSpPr>
              <a:cxnSpLocks/>
              <a:stCxn id="61" idx="3"/>
              <a:endCxn id="70" idx="7"/>
            </p:cNvCxnSpPr>
            <p:nvPr/>
          </p:nvCxnSpPr>
          <p:spPr bwMode="gray">
            <a:xfrm flipH="1">
              <a:off x="2164103" y="4249268"/>
              <a:ext cx="315300" cy="8313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4BACF087-4B74-BCA4-E907-153F9AE46BFD}"/>
                </a:ext>
              </a:extLst>
            </p:cNvPr>
            <p:cNvCxnSpPr>
              <a:cxnSpLocks/>
              <a:stCxn id="61" idx="5"/>
              <a:endCxn id="64" idx="1"/>
            </p:cNvCxnSpPr>
            <p:nvPr/>
          </p:nvCxnSpPr>
          <p:spPr bwMode="gray">
            <a:xfrm>
              <a:off x="2632155" y="4249268"/>
              <a:ext cx="315300" cy="632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ADCAA3BE-2346-1B2E-171B-376421F0A671}"/>
                </a:ext>
              </a:extLst>
            </p:cNvPr>
            <p:cNvSpPr/>
            <p:nvPr/>
          </p:nvSpPr>
          <p:spPr bwMode="gray">
            <a:xfrm>
              <a:off x="2915819" y="4280904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S</a:t>
              </a:r>
            </a:p>
          </p:txBody>
        </p: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85CDAE84-9714-B5DA-9211-0383899F7672}"/>
                </a:ext>
              </a:extLst>
            </p:cNvPr>
            <p:cNvCxnSpPr>
              <a:cxnSpLocks/>
              <a:stCxn id="64" idx="3"/>
              <a:endCxn id="67" idx="7"/>
            </p:cNvCxnSpPr>
            <p:nvPr/>
          </p:nvCxnSpPr>
          <p:spPr bwMode="gray">
            <a:xfrm flipH="1">
              <a:off x="2852597" y="4465292"/>
              <a:ext cx="94858" cy="6327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D611F33B-EA64-ECA2-86A8-17AEF43A3AC8}"/>
                </a:ext>
              </a:extLst>
            </p:cNvPr>
            <p:cNvCxnSpPr>
              <a:cxnSpLocks/>
              <a:stCxn id="64" idx="5"/>
            </p:cNvCxnSpPr>
            <p:nvPr/>
          </p:nvCxnSpPr>
          <p:spPr bwMode="gray">
            <a:xfrm>
              <a:off x="3100207" y="4465292"/>
              <a:ext cx="63272" cy="6611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1373BF1B-5E1F-37F5-919E-3E1866C813BE}"/>
                </a:ext>
              </a:extLst>
            </p:cNvPr>
            <p:cNvSpPr/>
            <p:nvPr/>
          </p:nvSpPr>
          <p:spPr bwMode="gray">
            <a:xfrm>
              <a:off x="2668209" y="4496928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R</a:t>
              </a:r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F6A190B2-201E-5B73-EA86-97FB82D14B8E}"/>
                </a:ext>
              </a:extLst>
            </p:cNvPr>
            <p:cNvCxnSpPr>
              <a:cxnSpLocks/>
              <a:stCxn id="67" idx="3"/>
            </p:cNvCxnSpPr>
            <p:nvPr/>
          </p:nvCxnSpPr>
          <p:spPr bwMode="gray">
            <a:xfrm flipH="1">
              <a:off x="2636623" y="4681316"/>
              <a:ext cx="63222" cy="10610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3E237632-DB98-A78F-2BEB-7A5C844E4225}"/>
                </a:ext>
              </a:extLst>
            </p:cNvPr>
            <p:cNvCxnSpPr>
              <a:cxnSpLocks/>
              <a:stCxn id="67" idx="5"/>
            </p:cNvCxnSpPr>
            <p:nvPr/>
          </p:nvCxnSpPr>
          <p:spPr bwMode="gray">
            <a:xfrm>
              <a:off x="2852597" y="4681316"/>
              <a:ext cx="63222" cy="10610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Oval 69">
            <a:extLst>
              <a:ext uri="{FF2B5EF4-FFF2-40B4-BE49-F238E27FC236}">
                <a16:creationId xmlns:a16="http://schemas.microsoft.com/office/drawing/2014/main" id="{B71AB3BC-A209-0C05-D541-A06E9370C595}"/>
              </a:ext>
            </a:extLst>
          </p:cNvPr>
          <p:cNvSpPr/>
          <p:nvPr/>
        </p:nvSpPr>
        <p:spPr bwMode="gray">
          <a:xfrm>
            <a:off x="1979715" y="4300764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7013B09-D555-F0FA-7F90-9551F4B71075}"/>
              </a:ext>
            </a:extLst>
          </p:cNvPr>
          <p:cNvCxnSpPr>
            <a:cxnSpLocks/>
            <a:stCxn id="70" idx="3"/>
            <a:endCxn id="76" idx="7"/>
          </p:cNvCxnSpPr>
          <p:nvPr/>
        </p:nvCxnSpPr>
        <p:spPr bwMode="gray">
          <a:xfrm flipH="1">
            <a:off x="1948079" y="4485152"/>
            <a:ext cx="63272" cy="4341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3AB6D32C-D943-8FC8-52BF-7DF2076A0B37}"/>
              </a:ext>
            </a:extLst>
          </p:cNvPr>
          <p:cNvCxnSpPr>
            <a:cxnSpLocks/>
            <a:stCxn id="70" idx="5"/>
          </p:cNvCxnSpPr>
          <p:nvPr/>
        </p:nvCxnSpPr>
        <p:spPr bwMode="gray">
          <a:xfrm>
            <a:off x="2164103" y="4485152"/>
            <a:ext cx="63272" cy="4341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Oval 75">
            <a:extLst>
              <a:ext uri="{FF2B5EF4-FFF2-40B4-BE49-F238E27FC236}">
                <a16:creationId xmlns:a16="http://schemas.microsoft.com/office/drawing/2014/main" id="{245D61C6-2E7F-408F-21B9-8F44854BD7C3}"/>
              </a:ext>
            </a:extLst>
          </p:cNvPr>
          <p:cNvSpPr/>
          <p:nvPr/>
        </p:nvSpPr>
        <p:spPr bwMode="gray">
          <a:xfrm>
            <a:off x="1763691" y="4496928"/>
            <a:ext cx="216024" cy="21602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A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B5A89A6F-5863-6877-51F0-02A81414CE92}"/>
              </a:ext>
            </a:extLst>
          </p:cNvPr>
          <p:cNvCxnSpPr>
            <a:cxnSpLocks/>
            <a:stCxn id="76" idx="3"/>
          </p:cNvCxnSpPr>
          <p:nvPr/>
        </p:nvCxnSpPr>
        <p:spPr bwMode="gray">
          <a:xfrm flipH="1">
            <a:off x="1732105" y="4681316"/>
            <a:ext cx="63222" cy="10436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432AE97-AC48-153B-A56B-4AA80D797B6A}"/>
              </a:ext>
            </a:extLst>
          </p:cNvPr>
          <p:cNvCxnSpPr>
            <a:cxnSpLocks/>
            <a:stCxn id="76" idx="5"/>
          </p:cNvCxnSpPr>
          <p:nvPr/>
        </p:nvCxnSpPr>
        <p:spPr bwMode="gray">
          <a:xfrm>
            <a:off x="1948079" y="4681316"/>
            <a:ext cx="63222" cy="10436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8EBBCB37-AF7A-75AA-6013-8E9498611CBF}"/>
              </a:ext>
            </a:extLst>
          </p:cNvPr>
          <p:cNvGrpSpPr/>
          <p:nvPr/>
        </p:nvGrpSpPr>
        <p:grpSpPr>
          <a:xfrm>
            <a:off x="4386143" y="2139702"/>
            <a:ext cx="1049953" cy="600513"/>
            <a:chOff x="4386143" y="2139702"/>
            <a:chExt cx="1049953" cy="600513"/>
          </a:xfrm>
        </p:grpSpPr>
        <p:sp>
          <p:nvSpPr>
            <p:cNvPr id="80" name="Terminator 30">
              <a:extLst>
                <a:ext uri="{FF2B5EF4-FFF2-40B4-BE49-F238E27FC236}">
                  <a16:creationId xmlns:a16="http://schemas.microsoft.com/office/drawing/2014/main" id="{7F881ADB-5278-FB63-0B31-3AC0901D8FEA}"/>
                </a:ext>
              </a:extLst>
            </p:cNvPr>
            <p:cNvSpPr/>
            <p:nvPr/>
          </p:nvSpPr>
          <p:spPr bwMode="gray">
            <a:xfrm>
              <a:off x="4932043" y="2425114"/>
              <a:ext cx="504053" cy="218644"/>
            </a:xfrm>
            <a:custGeom>
              <a:avLst/>
              <a:gdLst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1600"/>
                <a:gd name="connsiteY0" fmla="*/ 0 h 21600"/>
                <a:gd name="connsiteX1" fmla="*/ 10518 w 21600"/>
                <a:gd name="connsiteY1" fmla="*/ 421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3475 w 21600"/>
                <a:gd name="connsiteY5" fmla="*/ 21600 h 21600"/>
                <a:gd name="connsiteX6" fmla="*/ 0 w 21600"/>
                <a:gd name="connsiteY6" fmla="*/ 10800 h 21600"/>
                <a:gd name="connsiteX7" fmla="*/ 3475 w 21600"/>
                <a:gd name="connsiteY7" fmla="*/ 0 h 21600"/>
                <a:gd name="connsiteX0" fmla="*/ 3475 w 21600"/>
                <a:gd name="connsiteY0" fmla="*/ 214 h 21814"/>
                <a:gd name="connsiteX1" fmla="*/ 11953 w 21600"/>
                <a:gd name="connsiteY1" fmla="*/ 0 h 21814"/>
                <a:gd name="connsiteX2" fmla="*/ 18125 w 21600"/>
                <a:gd name="connsiteY2" fmla="*/ 214 h 21814"/>
                <a:gd name="connsiteX3" fmla="*/ 21600 w 21600"/>
                <a:gd name="connsiteY3" fmla="*/ 11014 h 21814"/>
                <a:gd name="connsiteX4" fmla="*/ 18125 w 21600"/>
                <a:gd name="connsiteY4" fmla="*/ 21814 h 21814"/>
                <a:gd name="connsiteX5" fmla="*/ 3475 w 21600"/>
                <a:gd name="connsiteY5" fmla="*/ 21814 h 21814"/>
                <a:gd name="connsiteX6" fmla="*/ 0 w 21600"/>
                <a:gd name="connsiteY6" fmla="*/ 11014 h 21814"/>
                <a:gd name="connsiteX7" fmla="*/ 3475 w 21600"/>
                <a:gd name="connsiteY7" fmla="*/ 214 h 21814"/>
                <a:gd name="connsiteX0" fmla="*/ 3475 w 21600"/>
                <a:gd name="connsiteY0" fmla="*/ 0 h 21600"/>
                <a:gd name="connsiteX1" fmla="*/ 11355 w 21600"/>
                <a:gd name="connsiteY1" fmla="*/ 103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3475 w 21600"/>
                <a:gd name="connsiteY5" fmla="*/ 21600 h 21600"/>
                <a:gd name="connsiteX6" fmla="*/ 0 w 21600"/>
                <a:gd name="connsiteY6" fmla="*/ 10800 h 21600"/>
                <a:gd name="connsiteX7" fmla="*/ 3475 w 21600"/>
                <a:gd name="connsiteY7" fmla="*/ 0 h 21600"/>
                <a:gd name="connsiteX0" fmla="*/ 3475 w 21600"/>
                <a:gd name="connsiteY0" fmla="*/ 0 h 21600"/>
                <a:gd name="connsiteX1" fmla="*/ 11355 w 21600"/>
                <a:gd name="connsiteY1" fmla="*/ 103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11468 w 21600"/>
                <a:gd name="connsiteY5" fmla="*/ 21545 h 21600"/>
                <a:gd name="connsiteX6" fmla="*/ 3475 w 21600"/>
                <a:gd name="connsiteY6" fmla="*/ 21600 h 21600"/>
                <a:gd name="connsiteX7" fmla="*/ 0 w 21600"/>
                <a:gd name="connsiteY7" fmla="*/ 10800 h 21600"/>
                <a:gd name="connsiteX8" fmla="*/ 3475 w 21600"/>
                <a:gd name="connsiteY8" fmla="*/ 0 h 21600"/>
                <a:gd name="connsiteX0" fmla="*/ 3475 w 21600"/>
                <a:gd name="connsiteY0" fmla="*/ 0 h 21862"/>
                <a:gd name="connsiteX1" fmla="*/ 11355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153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  <a:gd name="connsiteX0" fmla="*/ 3475 w 21600"/>
                <a:gd name="connsiteY0" fmla="*/ 0 h 21862"/>
                <a:gd name="connsiteX1" fmla="*/ 11355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990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  <a:gd name="connsiteX0" fmla="*/ 3475 w 21600"/>
                <a:gd name="connsiteY0" fmla="*/ 0 h 21862"/>
                <a:gd name="connsiteX1" fmla="*/ 10757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990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00" h="21862">
                  <a:moveTo>
                    <a:pt x="3475" y="0"/>
                  </a:moveTo>
                  <a:lnTo>
                    <a:pt x="10757" y="103"/>
                  </a:lnTo>
                  <a:lnTo>
                    <a:pt x="18125" y="0"/>
                  </a:lnTo>
                  <a:cubicBezTo>
                    <a:pt x="20044" y="0"/>
                    <a:pt x="21600" y="4835"/>
                    <a:pt x="21600" y="10800"/>
                  </a:cubicBezTo>
                  <a:cubicBezTo>
                    <a:pt x="21600" y="16765"/>
                    <a:pt x="19814" y="19809"/>
                    <a:pt x="18125" y="21600"/>
                  </a:cubicBezTo>
                  <a:lnTo>
                    <a:pt x="10990" y="21862"/>
                  </a:lnTo>
                  <a:lnTo>
                    <a:pt x="3475" y="21600"/>
                  </a:lnTo>
                  <a:cubicBezTo>
                    <a:pt x="1556" y="21600"/>
                    <a:pt x="0" y="16765"/>
                    <a:pt x="0" y="10800"/>
                  </a:cubicBezTo>
                  <a:cubicBezTo>
                    <a:pt x="0" y="4835"/>
                    <a:pt x="1556" y="0"/>
                    <a:pt x="3475" y="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accent6">
                      <a:lumMod val="90000"/>
                    </a:schemeClr>
                  </a:solidFill>
                </a:rPr>
                <a:t>R  S</a:t>
              </a: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2F986D2D-6C57-2C3E-E6AE-BEB105813A67}"/>
                </a:ext>
              </a:extLst>
            </p:cNvPr>
            <p:cNvSpPr/>
            <p:nvPr/>
          </p:nvSpPr>
          <p:spPr bwMode="gray">
            <a:xfrm>
              <a:off x="4716019" y="2139702"/>
              <a:ext cx="216024" cy="21602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accent6">
                      <a:lumMod val="90000"/>
                    </a:schemeClr>
                  </a:solidFill>
                </a:rPr>
                <a:t>E</a:t>
              </a:r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8DA3DCE2-FCE8-0BB7-1CE8-E4C6DFA6DD22}"/>
                </a:ext>
              </a:extLst>
            </p:cNvPr>
            <p:cNvCxnSpPr>
              <a:cxnSpLocks/>
              <a:stCxn id="81" idx="5"/>
              <a:endCxn id="80" idx="0"/>
            </p:cNvCxnSpPr>
            <p:nvPr/>
          </p:nvCxnSpPr>
          <p:spPr bwMode="gray">
            <a:xfrm>
              <a:off x="4900407" y="2324090"/>
              <a:ext cx="112728" cy="101024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2011DC6-C030-412E-C656-9196CBB8D53A}"/>
                </a:ext>
              </a:extLst>
            </p:cNvPr>
            <p:cNvCxnSpPr>
              <a:cxnSpLocks/>
              <a:stCxn id="81" idx="3"/>
              <a:endCxn id="95" idx="7"/>
            </p:cNvCxnSpPr>
            <p:nvPr/>
          </p:nvCxnSpPr>
          <p:spPr bwMode="gray">
            <a:xfrm flipH="1">
              <a:off x="4612375" y="2324090"/>
              <a:ext cx="135280" cy="13397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AB05BB2D-5C87-3A5B-7158-FA8B9323DED7}"/>
                </a:ext>
              </a:extLst>
            </p:cNvPr>
            <p:cNvCxnSpPr>
              <a:cxnSpLocks/>
              <a:stCxn id="80" idx="6"/>
            </p:cNvCxnSpPr>
            <p:nvPr/>
          </p:nvCxnSpPr>
          <p:spPr bwMode="gray">
            <a:xfrm flipH="1">
              <a:off x="4945628" y="2641138"/>
              <a:ext cx="67507" cy="99077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5BCE73DF-80BE-22A6-8876-B9E323EBFB2A}"/>
                </a:ext>
              </a:extLst>
            </p:cNvPr>
            <p:cNvCxnSpPr>
              <a:cxnSpLocks/>
              <a:stCxn id="80" idx="5"/>
            </p:cNvCxnSpPr>
            <p:nvPr/>
          </p:nvCxnSpPr>
          <p:spPr bwMode="gray">
            <a:xfrm>
              <a:off x="5188503" y="2643758"/>
              <a:ext cx="0" cy="96457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47614E86-EEEC-C1F4-651D-43F37ADEF84D}"/>
                </a:ext>
              </a:extLst>
            </p:cNvPr>
            <p:cNvCxnSpPr>
              <a:cxnSpLocks/>
              <a:stCxn id="80" idx="4"/>
            </p:cNvCxnSpPr>
            <p:nvPr/>
          </p:nvCxnSpPr>
          <p:spPr bwMode="gray">
            <a:xfrm>
              <a:off x="5355004" y="2641138"/>
              <a:ext cx="81092" cy="99077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3B904923-4CEE-FDC8-8F29-40A39F2C0A53}"/>
                </a:ext>
              </a:extLst>
            </p:cNvPr>
            <p:cNvSpPr/>
            <p:nvPr/>
          </p:nvSpPr>
          <p:spPr bwMode="gray">
            <a:xfrm>
              <a:off x="4427987" y="2426424"/>
              <a:ext cx="216024" cy="21602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accent6">
                      <a:lumMod val="90000"/>
                    </a:schemeClr>
                  </a:solidFill>
                </a:rPr>
                <a:t>A</a:t>
              </a:r>
            </a:p>
          </p:txBody>
        </p: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059D08DE-C568-B06C-E3FD-D1900F386D79}"/>
                </a:ext>
              </a:extLst>
            </p:cNvPr>
            <p:cNvCxnSpPr>
              <a:cxnSpLocks/>
              <a:stCxn id="95" idx="5"/>
            </p:cNvCxnSpPr>
            <p:nvPr/>
          </p:nvCxnSpPr>
          <p:spPr bwMode="gray">
            <a:xfrm>
              <a:off x="4612375" y="2610812"/>
              <a:ext cx="69853" cy="78219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E9DC3B95-A3DC-A681-7C8A-9A28BE25B8B7}"/>
                </a:ext>
              </a:extLst>
            </p:cNvPr>
            <p:cNvCxnSpPr>
              <a:cxnSpLocks/>
              <a:stCxn id="95" idx="3"/>
            </p:cNvCxnSpPr>
            <p:nvPr/>
          </p:nvCxnSpPr>
          <p:spPr bwMode="gray">
            <a:xfrm flipH="1">
              <a:off x="4386143" y="2610812"/>
              <a:ext cx="73480" cy="78219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115B5512-605A-30BF-1803-014C589556A9}"/>
              </a:ext>
            </a:extLst>
          </p:cNvPr>
          <p:cNvGrpSpPr/>
          <p:nvPr/>
        </p:nvGrpSpPr>
        <p:grpSpPr>
          <a:xfrm>
            <a:off x="4132147" y="4133830"/>
            <a:ext cx="1133014" cy="600513"/>
            <a:chOff x="4132147" y="4133830"/>
            <a:chExt cx="1133014" cy="600513"/>
          </a:xfrm>
        </p:grpSpPr>
        <p:sp>
          <p:nvSpPr>
            <p:cNvPr id="103" name="Terminator 30">
              <a:extLst>
                <a:ext uri="{FF2B5EF4-FFF2-40B4-BE49-F238E27FC236}">
                  <a16:creationId xmlns:a16="http://schemas.microsoft.com/office/drawing/2014/main" id="{A3DD59D1-8C65-F8B2-764C-F372BA7570D6}"/>
                </a:ext>
              </a:extLst>
            </p:cNvPr>
            <p:cNvSpPr/>
            <p:nvPr/>
          </p:nvSpPr>
          <p:spPr bwMode="gray">
            <a:xfrm>
              <a:off x="4761108" y="4419242"/>
              <a:ext cx="504053" cy="218644"/>
            </a:xfrm>
            <a:custGeom>
              <a:avLst/>
              <a:gdLst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1600"/>
                <a:gd name="connsiteY0" fmla="*/ 0 h 21600"/>
                <a:gd name="connsiteX1" fmla="*/ 10518 w 21600"/>
                <a:gd name="connsiteY1" fmla="*/ 421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3475 w 21600"/>
                <a:gd name="connsiteY5" fmla="*/ 21600 h 21600"/>
                <a:gd name="connsiteX6" fmla="*/ 0 w 21600"/>
                <a:gd name="connsiteY6" fmla="*/ 10800 h 21600"/>
                <a:gd name="connsiteX7" fmla="*/ 3475 w 21600"/>
                <a:gd name="connsiteY7" fmla="*/ 0 h 21600"/>
                <a:gd name="connsiteX0" fmla="*/ 3475 w 21600"/>
                <a:gd name="connsiteY0" fmla="*/ 214 h 21814"/>
                <a:gd name="connsiteX1" fmla="*/ 11953 w 21600"/>
                <a:gd name="connsiteY1" fmla="*/ 0 h 21814"/>
                <a:gd name="connsiteX2" fmla="*/ 18125 w 21600"/>
                <a:gd name="connsiteY2" fmla="*/ 214 h 21814"/>
                <a:gd name="connsiteX3" fmla="*/ 21600 w 21600"/>
                <a:gd name="connsiteY3" fmla="*/ 11014 h 21814"/>
                <a:gd name="connsiteX4" fmla="*/ 18125 w 21600"/>
                <a:gd name="connsiteY4" fmla="*/ 21814 h 21814"/>
                <a:gd name="connsiteX5" fmla="*/ 3475 w 21600"/>
                <a:gd name="connsiteY5" fmla="*/ 21814 h 21814"/>
                <a:gd name="connsiteX6" fmla="*/ 0 w 21600"/>
                <a:gd name="connsiteY6" fmla="*/ 11014 h 21814"/>
                <a:gd name="connsiteX7" fmla="*/ 3475 w 21600"/>
                <a:gd name="connsiteY7" fmla="*/ 214 h 21814"/>
                <a:gd name="connsiteX0" fmla="*/ 3475 w 21600"/>
                <a:gd name="connsiteY0" fmla="*/ 0 h 21600"/>
                <a:gd name="connsiteX1" fmla="*/ 11355 w 21600"/>
                <a:gd name="connsiteY1" fmla="*/ 103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3475 w 21600"/>
                <a:gd name="connsiteY5" fmla="*/ 21600 h 21600"/>
                <a:gd name="connsiteX6" fmla="*/ 0 w 21600"/>
                <a:gd name="connsiteY6" fmla="*/ 10800 h 21600"/>
                <a:gd name="connsiteX7" fmla="*/ 3475 w 21600"/>
                <a:gd name="connsiteY7" fmla="*/ 0 h 21600"/>
                <a:gd name="connsiteX0" fmla="*/ 3475 w 21600"/>
                <a:gd name="connsiteY0" fmla="*/ 0 h 21600"/>
                <a:gd name="connsiteX1" fmla="*/ 11355 w 21600"/>
                <a:gd name="connsiteY1" fmla="*/ 103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11468 w 21600"/>
                <a:gd name="connsiteY5" fmla="*/ 21545 h 21600"/>
                <a:gd name="connsiteX6" fmla="*/ 3475 w 21600"/>
                <a:gd name="connsiteY6" fmla="*/ 21600 h 21600"/>
                <a:gd name="connsiteX7" fmla="*/ 0 w 21600"/>
                <a:gd name="connsiteY7" fmla="*/ 10800 h 21600"/>
                <a:gd name="connsiteX8" fmla="*/ 3475 w 21600"/>
                <a:gd name="connsiteY8" fmla="*/ 0 h 21600"/>
                <a:gd name="connsiteX0" fmla="*/ 3475 w 21600"/>
                <a:gd name="connsiteY0" fmla="*/ 0 h 21862"/>
                <a:gd name="connsiteX1" fmla="*/ 11355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153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  <a:gd name="connsiteX0" fmla="*/ 3475 w 21600"/>
                <a:gd name="connsiteY0" fmla="*/ 0 h 21862"/>
                <a:gd name="connsiteX1" fmla="*/ 11355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990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  <a:gd name="connsiteX0" fmla="*/ 3475 w 21600"/>
                <a:gd name="connsiteY0" fmla="*/ 0 h 21862"/>
                <a:gd name="connsiteX1" fmla="*/ 10757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990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00" h="21862">
                  <a:moveTo>
                    <a:pt x="3475" y="0"/>
                  </a:moveTo>
                  <a:lnTo>
                    <a:pt x="10757" y="103"/>
                  </a:lnTo>
                  <a:lnTo>
                    <a:pt x="18125" y="0"/>
                  </a:lnTo>
                  <a:cubicBezTo>
                    <a:pt x="20044" y="0"/>
                    <a:pt x="21600" y="4835"/>
                    <a:pt x="21600" y="10800"/>
                  </a:cubicBezTo>
                  <a:cubicBezTo>
                    <a:pt x="21600" y="16765"/>
                    <a:pt x="19814" y="19809"/>
                    <a:pt x="18125" y="21600"/>
                  </a:cubicBezTo>
                  <a:lnTo>
                    <a:pt x="10990" y="21862"/>
                  </a:lnTo>
                  <a:lnTo>
                    <a:pt x="3475" y="21600"/>
                  </a:lnTo>
                  <a:cubicBezTo>
                    <a:pt x="1556" y="21600"/>
                    <a:pt x="0" y="16765"/>
                    <a:pt x="0" y="10800"/>
                  </a:cubicBezTo>
                  <a:cubicBezTo>
                    <a:pt x="0" y="4835"/>
                    <a:pt x="1556" y="0"/>
                    <a:pt x="3475" y="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accent6">
                      <a:lumMod val="90000"/>
                    </a:schemeClr>
                  </a:solidFill>
                </a:rPr>
                <a:t>R  S</a:t>
              </a:r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7123AF5A-5FE0-4CA5-39CC-0C935776AD21}"/>
                </a:ext>
              </a:extLst>
            </p:cNvPr>
            <p:cNvSpPr/>
            <p:nvPr/>
          </p:nvSpPr>
          <p:spPr bwMode="gray">
            <a:xfrm>
              <a:off x="4545084" y="4133830"/>
              <a:ext cx="216024" cy="21602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accent6">
                      <a:lumMod val="90000"/>
                    </a:schemeClr>
                  </a:solidFill>
                </a:rPr>
                <a:t>E</a:t>
              </a:r>
            </a:p>
          </p:txBody>
        </p: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B3BD0546-F85F-F2CC-43B0-34DC7148D4E5}"/>
                </a:ext>
              </a:extLst>
            </p:cNvPr>
            <p:cNvCxnSpPr>
              <a:cxnSpLocks/>
              <a:stCxn id="104" idx="5"/>
              <a:endCxn id="103" idx="0"/>
            </p:cNvCxnSpPr>
            <p:nvPr/>
          </p:nvCxnSpPr>
          <p:spPr bwMode="gray">
            <a:xfrm>
              <a:off x="4729472" y="4318218"/>
              <a:ext cx="112728" cy="101024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A8F48293-79A5-8EC4-0F80-DC9FAEBBCEDB}"/>
                </a:ext>
              </a:extLst>
            </p:cNvPr>
            <p:cNvCxnSpPr>
              <a:cxnSpLocks/>
              <a:stCxn id="104" idx="3"/>
            </p:cNvCxnSpPr>
            <p:nvPr/>
          </p:nvCxnSpPr>
          <p:spPr bwMode="gray">
            <a:xfrm flipH="1">
              <a:off x="4441440" y="4318218"/>
              <a:ext cx="135280" cy="13397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D6ECEF81-EC5B-63D8-A06E-A95391BEBE24}"/>
                </a:ext>
              </a:extLst>
            </p:cNvPr>
            <p:cNvCxnSpPr>
              <a:cxnSpLocks/>
              <a:stCxn id="103" idx="6"/>
            </p:cNvCxnSpPr>
            <p:nvPr/>
          </p:nvCxnSpPr>
          <p:spPr bwMode="gray">
            <a:xfrm flipH="1">
              <a:off x="4774693" y="4635266"/>
              <a:ext cx="67507" cy="99077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0A82B83F-A54C-AA75-C535-32BCF311F48D}"/>
                </a:ext>
              </a:extLst>
            </p:cNvPr>
            <p:cNvCxnSpPr>
              <a:cxnSpLocks/>
              <a:stCxn id="103" idx="5"/>
            </p:cNvCxnSpPr>
            <p:nvPr/>
          </p:nvCxnSpPr>
          <p:spPr bwMode="gray">
            <a:xfrm>
              <a:off x="5017568" y="4637886"/>
              <a:ext cx="0" cy="9561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C14C1F54-1279-14A9-C351-976FB20C1FE0}"/>
                </a:ext>
              </a:extLst>
            </p:cNvPr>
            <p:cNvCxnSpPr>
              <a:cxnSpLocks/>
              <a:stCxn id="103" idx="4"/>
            </p:cNvCxnSpPr>
            <p:nvPr/>
          </p:nvCxnSpPr>
          <p:spPr bwMode="gray">
            <a:xfrm>
              <a:off x="5184069" y="4635266"/>
              <a:ext cx="81092" cy="99077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CC7D7220-606D-529F-19FD-C00B441EB3EA}"/>
                </a:ext>
              </a:extLst>
            </p:cNvPr>
            <p:cNvCxnSpPr>
              <a:cxnSpLocks/>
              <a:stCxn id="113" idx="4"/>
            </p:cNvCxnSpPr>
            <p:nvPr/>
          </p:nvCxnSpPr>
          <p:spPr bwMode="gray">
            <a:xfrm>
              <a:off x="4555108" y="4641429"/>
              <a:ext cx="76979" cy="92067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C5238DE9-08B9-D185-CB32-1CBF6C1542F6}"/>
                </a:ext>
              </a:extLst>
            </p:cNvPr>
            <p:cNvCxnSpPr>
              <a:cxnSpLocks/>
              <a:stCxn id="113" idx="6"/>
            </p:cNvCxnSpPr>
            <p:nvPr/>
          </p:nvCxnSpPr>
          <p:spPr bwMode="gray">
            <a:xfrm flipH="1">
              <a:off x="4132147" y="4641429"/>
              <a:ext cx="81092" cy="92067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rminator 30">
              <a:extLst>
                <a:ext uri="{FF2B5EF4-FFF2-40B4-BE49-F238E27FC236}">
                  <a16:creationId xmlns:a16="http://schemas.microsoft.com/office/drawing/2014/main" id="{C2D233C7-3B2E-191A-0C97-1894C07D4428}"/>
                </a:ext>
              </a:extLst>
            </p:cNvPr>
            <p:cNvSpPr/>
            <p:nvPr/>
          </p:nvSpPr>
          <p:spPr bwMode="gray">
            <a:xfrm>
              <a:off x="4132147" y="4425405"/>
              <a:ext cx="504053" cy="218644"/>
            </a:xfrm>
            <a:custGeom>
              <a:avLst/>
              <a:gdLst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1600"/>
                <a:gd name="connsiteY0" fmla="*/ 0 h 21600"/>
                <a:gd name="connsiteX1" fmla="*/ 10518 w 21600"/>
                <a:gd name="connsiteY1" fmla="*/ 421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3475 w 21600"/>
                <a:gd name="connsiteY5" fmla="*/ 21600 h 21600"/>
                <a:gd name="connsiteX6" fmla="*/ 0 w 21600"/>
                <a:gd name="connsiteY6" fmla="*/ 10800 h 21600"/>
                <a:gd name="connsiteX7" fmla="*/ 3475 w 21600"/>
                <a:gd name="connsiteY7" fmla="*/ 0 h 21600"/>
                <a:gd name="connsiteX0" fmla="*/ 3475 w 21600"/>
                <a:gd name="connsiteY0" fmla="*/ 214 h 21814"/>
                <a:gd name="connsiteX1" fmla="*/ 11953 w 21600"/>
                <a:gd name="connsiteY1" fmla="*/ 0 h 21814"/>
                <a:gd name="connsiteX2" fmla="*/ 18125 w 21600"/>
                <a:gd name="connsiteY2" fmla="*/ 214 h 21814"/>
                <a:gd name="connsiteX3" fmla="*/ 21600 w 21600"/>
                <a:gd name="connsiteY3" fmla="*/ 11014 h 21814"/>
                <a:gd name="connsiteX4" fmla="*/ 18125 w 21600"/>
                <a:gd name="connsiteY4" fmla="*/ 21814 h 21814"/>
                <a:gd name="connsiteX5" fmla="*/ 3475 w 21600"/>
                <a:gd name="connsiteY5" fmla="*/ 21814 h 21814"/>
                <a:gd name="connsiteX6" fmla="*/ 0 w 21600"/>
                <a:gd name="connsiteY6" fmla="*/ 11014 h 21814"/>
                <a:gd name="connsiteX7" fmla="*/ 3475 w 21600"/>
                <a:gd name="connsiteY7" fmla="*/ 214 h 21814"/>
                <a:gd name="connsiteX0" fmla="*/ 3475 w 21600"/>
                <a:gd name="connsiteY0" fmla="*/ 0 h 21600"/>
                <a:gd name="connsiteX1" fmla="*/ 11355 w 21600"/>
                <a:gd name="connsiteY1" fmla="*/ 103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3475 w 21600"/>
                <a:gd name="connsiteY5" fmla="*/ 21600 h 21600"/>
                <a:gd name="connsiteX6" fmla="*/ 0 w 21600"/>
                <a:gd name="connsiteY6" fmla="*/ 10800 h 21600"/>
                <a:gd name="connsiteX7" fmla="*/ 3475 w 21600"/>
                <a:gd name="connsiteY7" fmla="*/ 0 h 21600"/>
                <a:gd name="connsiteX0" fmla="*/ 3475 w 21600"/>
                <a:gd name="connsiteY0" fmla="*/ 0 h 21600"/>
                <a:gd name="connsiteX1" fmla="*/ 11355 w 21600"/>
                <a:gd name="connsiteY1" fmla="*/ 103 h 21600"/>
                <a:gd name="connsiteX2" fmla="*/ 18125 w 21600"/>
                <a:gd name="connsiteY2" fmla="*/ 0 h 21600"/>
                <a:gd name="connsiteX3" fmla="*/ 21600 w 21600"/>
                <a:gd name="connsiteY3" fmla="*/ 10800 h 21600"/>
                <a:gd name="connsiteX4" fmla="*/ 18125 w 21600"/>
                <a:gd name="connsiteY4" fmla="*/ 21600 h 21600"/>
                <a:gd name="connsiteX5" fmla="*/ 11468 w 21600"/>
                <a:gd name="connsiteY5" fmla="*/ 21545 h 21600"/>
                <a:gd name="connsiteX6" fmla="*/ 3475 w 21600"/>
                <a:gd name="connsiteY6" fmla="*/ 21600 h 21600"/>
                <a:gd name="connsiteX7" fmla="*/ 0 w 21600"/>
                <a:gd name="connsiteY7" fmla="*/ 10800 h 21600"/>
                <a:gd name="connsiteX8" fmla="*/ 3475 w 21600"/>
                <a:gd name="connsiteY8" fmla="*/ 0 h 21600"/>
                <a:gd name="connsiteX0" fmla="*/ 3475 w 21600"/>
                <a:gd name="connsiteY0" fmla="*/ 0 h 21862"/>
                <a:gd name="connsiteX1" fmla="*/ 11355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153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  <a:gd name="connsiteX0" fmla="*/ 3475 w 21600"/>
                <a:gd name="connsiteY0" fmla="*/ 0 h 21862"/>
                <a:gd name="connsiteX1" fmla="*/ 11355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990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  <a:gd name="connsiteX0" fmla="*/ 3475 w 21600"/>
                <a:gd name="connsiteY0" fmla="*/ 0 h 21862"/>
                <a:gd name="connsiteX1" fmla="*/ 10757 w 21600"/>
                <a:gd name="connsiteY1" fmla="*/ 103 h 21862"/>
                <a:gd name="connsiteX2" fmla="*/ 18125 w 21600"/>
                <a:gd name="connsiteY2" fmla="*/ 0 h 21862"/>
                <a:gd name="connsiteX3" fmla="*/ 21600 w 21600"/>
                <a:gd name="connsiteY3" fmla="*/ 10800 h 21862"/>
                <a:gd name="connsiteX4" fmla="*/ 18125 w 21600"/>
                <a:gd name="connsiteY4" fmla="*/ 21600 h 21862"/>
                <a:gd name="connsiteX5" fmla="*/ 10990 w 21600"/>
                <a:gd name="connsiteY5" fmla="*/ 21862 h 21862"/>
                <a:gd name="connsiteX6" fmla="*/ 3475 w 21600"/>
                <a:gd name="connsiteY6" fmla="*/ 21600 h 21862"/>
                <a:gd name="connsiteX7" fmla="*/ 0 w 21600"/>
                <a:gd name="connsiteY7" fmla="*/ 10800 h 21862"/>
                <a:gd name="connsiteX8" fmla="*/ 3475 w 21600"/>
                <a:gd name="connsiteY8" fmla="*/ 0 h 21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00" h="21862">
                  <a:moveTo>
                    <a:pt x="3475" y="0"/>
                  </a:moveTo>
                  <a:lnTo>
                    <a:pt x="10757" y="103"/>
                  </a:lnTo>
                  <a:lnTo>
                    <a:pt x="18125" y="0"/>
                  </a:lnTo>
                  <a:cubicBezTo>
                    <a:pt x="20044" y="0"/>
                    <a:pt x="21600" y="4835"/>
                    <a:pt x="21600" y="10800"/>
                  </a:cubicBezTo>
                  <a:cubicBezTo>
                    <a:pt x="21600" y="16765"/>
                    <a:pt x="19814" y="19809"/>
                    <a:pt x="18125" y="21600"/>
                  </a:cubicBezTo>
                  <a:lnTo>
                    <a:pt x="10990" y="21862"/>
                  </a:lnTo>
                  <a:lnTo>
                    <a:pt x="3475" y="21600"/>
                  </a:lnTo>
                  <a:cubicBezTo>
                    <a:pt x="1556" y="21600"/>
                    <a:pt x="0" y="16765"/>
                    <a:pt x="0" y="10800"/>
                  </a:cubicBezTo>
                  <a:cubicBezTo>
                    <a:pt x="0" y="4835"/>
                    <a:pt x="1556" y="0"/>
                    <a:pt x="3475" y="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accent6">
                      <a:lumMod val="90000"/>
                    </a:schemeClr>
                  </a:solidFill>
                </a:rPr>
                <a:t>A  C</a:t>
              </a:r>
            </a:p>
          </p:txBody>
        </p: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E0C4E52A-826B-8C0B-FB0B-FABAE544C669}"/>
                </a:ext>
              </a:extLst>
            </p:cNvPr>
            <p:cNvCxnSpPr>
              <a:cxnSpLocks/>
              <a:stCxn id="113" idx="5"/>
            </p:cNvCxnSpPr>
            <p:nvPr/>
          </p:nvCxnSpPr>
          <p:spPr bwMode="gray">
            <a:xfrm>
              <a:off x="4388607" y="4644049"/>
              <a:ext cx="0" cy="89447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3" name="TextBox 122">
            <a:extLst>
              <a:ext uri="{FF2B5EF4-FFF2-40B4-BE49-F238E27FC236}">
                <a16:creationId xmlns:a16="http://schemas.microsoft.com/office/drawing/2014/main" id="{588FB605-99E9-6752-5F88-FCCB7C96A647}"/>
              </a:ext>
            </a:extLst>
          </p:cNvPr>
          <p:cNvSpPr txBox="1"/>
          <p:nvPr/>
        </p:nvSpPr>
        <p:spPr bwMode="gray">
          <a:xfrm>
            <a:off x="761249" y="2109364"/>
            <a:ext cx="1008112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000" b="1" dirty="0">
                <a:solidFill>
                  <a:srgbClr val="C00000"/>
                </a:solidFill>
              </a:rPr>
              <a:t>C </a:t>
            </a:r>
            <a:r>
              <a:rPr lang="de-DE" sz="1000" dirty="0">
                <a:solidFill>
                  <a:srgbClr val="C00000"/>
                </a:solidFill>
              </a:rPr>
              <a:t>einfügen</a:t>
            </a:r>
          </a:p>
        </p:txBody>
      </p:sp>
      <p:sp>
        <p:nvSpPr>
          <p:cNvPr id="130" name="Down Arrow 129">
            <a:extLst>
              <a:ext uri="{FF2B5EF4-FFF2-40B4-BE49-F238E27FC236}">
                <a16:creationId xmlns:a16="http://schemas.microsoft.com/office/drawing/2014/main" id="{6208039B-B4AA-5A05-A03C-52F56E75B8EF}"/>
              </a:ext>
            </a:extLst>
          </p:cNvPr>
          <p:cNvSpPr/>
          <p:nvPr/>
        </p:nvSpPr>
        <p:spPr bwMode="gray">
          <a:xfrm>
            <a:off x="4597085" y="2811073"/>
            <a:ext cx="303322" cy="1187279"/>
          </a:xfrm>
          <a:prstGeom prst="downArrow">
            <a:avLst/>
          </a:prstGeom>
          <a:solidFill>
            <a:srgbClr val="B1063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131" name="Left-right Arrow 130">
            <a:extLst>
              <a:ext uri="{FF2B5EF4-FFF2-40B4-BE49-F238E27FC236}">
                <a16:creationId xmlns:a16="http://schemas.microsoft.com/office/drawing/2014/main" id="{1CD4311F-FA06-33F1-EB2A-965096C5EA1F}"/>
              </a:ext>
            </a:extLst>
          </p:cNvPr>
          <p:cNvSpPr/>
          <p:nvPr/>
        </p:nvSpPr>
        <p:spPr bwMode="gray">
          <a:xfrm>
            <a:off x="3355669" y="2324090"/>
            <a:ext cx="568259" cy="267520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132" name="Left-right Arrow 131">
            <a:extLst>
              <a:ext uri="{FF2B5EF4-FFF2-40B4-BE49-F238E27FC236}">
                <a16:creationId xmlns:a16="http://schemas.microsoft.com/office/drawing/2014/main" id="{22DE64E0-031D-3004-B506-8091E320A055}"/>
              </a:ext>
            </a:extLst>
          </p:cNvPr>
          <p:cNvSpPr/>
          <p:nvPr/>
        </p:nvSpPr>
        <p:spPr bwMode="gray">
          <a:xfrm>
            <a:off x="3355669" y="4349854"/>
            <a:ext cx="568259" cy="267520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035111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500"/>
                            </p:stCondLst>
                            <p:childTnLst>
                              <p:par>
                                <p:cTn id="8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55" grpId="0" animBg="1"/>
      <p:bldP spid="70" grpId="0" animBg="1"/>
      <p:bldP spid="76" grpId="0" animBg="1"/>
      <p:bldP spid="123" grpId="0"/>
      <p:bldP spid="130" grpId="0" animBg="1"/>
      <p:bldP spid="131" grpId="0" animBg="1"/>
      <p:bldP spid="13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97E0710-C85E-C7E3-0187-C7629FAD3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Warmup 2: Einfügen in einen Baum mit 2 Knoten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48E828-7FCD-9302-C231-43587ACF2ECB}"/>
              </a:ext>
            </a:extLst>
          </p:cNvPr>
          <p:cNvSpPr txBox="1"/>
          <p:nvPr/>
        </p:nvSpPr>
        <p:spPr bwMode="gray">
          <a:xfrm>
            <a:off x="1081795" y="1268941"/>
            <a:ext cx="1008112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000" dirty="0">
                <a:solidFill>
                  <a:srgbClr val="C00000"/>
                </a:solidFill>
              </a:rPr>
              <a:t>Rechts einfügen (</a:t>
            </a:r>
            <a:r>
              <a:rPr lang="de-DE" sz="1000" b="1" dirty="0">
                <a:solidFill>
                  <a:srgbClr val="C00000"/>
                </a:solidFill>
              </a:rPr>
              <a:t>C</a:t>
            </a:r>
            <a:r>
              <a:rPr lang="de-DE" sz="1000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884188-724C-05C3-DA6F-FFD7C4B41E84}"/>
              </a:ext>
            </a:extLst>
          </p:cNvPr>
          <p:cNvSpPr txBox="1"/>
          <p:nvPr/>
        </p:nvSpPr>
        <p:spPr bwMode="gray">
          <a:xfrm>
            <a:off x="3191793" y="1286190"/>
            <a:ext cx="1008112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000" dirty="0">
                <a:solidFill>
                  <a:srgbClr val="C00000"/>
                </a:solidFill>
              </a:rPr>
              <a:t>Links einfügen (</a:t>
            </a:r>
            <a:r>
              <a:rPr lang="de-DE" sz="1000" b="1" dirty="0">
                <a:solidFill>
                  <a:srgbClr val="C00000"/>
                </a:solidFill>
              </a:rPr>
              <a:t>A</a:t>
            </a:r>
            <a:r>
              <a:rPr lang="de-DE" sz="1000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36" name="Down Arrow 35">
            <a:extLst>
              <a:ext uri="{FF2B5EF4-FFF2-40B4-BE49-F238E27FC236}">
                <a16:creationId xmlns:a16="http://schemas.microsoft.com/office/drawing/2014/main" id="{A83399A5-FA22-5E7A-465F-8000A8835C5C}"/>
              </a:ext>
            </a:extLst>
          </p:cNvPr>
          <p:cNvSpPr/>
          <p:nvPr/>
        </p:nvSpPr>
        <p:spPr bwMode="gray">
          <a:xfrm>
            <a:off x="1251794" y="2211710"/>
            <a:ext cx="303322" cy="131740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29413B1-C51E-236F-2896-F290FC46B342}"/>
              </a:ext>
            </a:extLst>
          </p:cNvPr>
          <p:cNvSpPr txBox="1"/>
          <p:nvPr/>
        </p:nvSpPr>
        <p:spPr bwMode="gray">
          <a:xfrm>
            <a:off x="6131317" y="2255831"/>
            <a:ext cx="1008112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000" dirty="0">
                <a:solidFill>
                  <a:srgbClr val="C00000"/>
                </a:solidFill>
              </a:rPr>
              <a:t>Neuen Knoten mit </a:t>
            </a:r>
            <a:br>
              <a:rPr lang="de-DE" sz="1000" dirty="0">
                <a:solidFill>
                  <a:srgbClr val="C00000"/>
                </a:solidFill>
              </a:rPr>
            </a:br>
            <a:r>
              <a:rPr lang="de-DE" sz="1000" dirty="0">
                <a:solidFill>
                  <a:srgbClr val="C00000"/>
                </a:solidFill>
              </a:rPr>
              <a:t>roter Kante einfügen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7799BB4-88EE-D1DF-5C04-38F741520F64}"/>
              </a:ext>
            </a:extLst>
          </p:cNvPr>
          <p:cNvSpPr txBox="1"/>
          <p:nvPr/>
        </p:nvSpPr>
        <p:spPr bwMode="gray">
          <a:xfrm>
            <a:off x="6884094" y="3134329"/>
            <a:ext cx="1008112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000" dirty="0">
                <a:solidFill>
                  <a:srgbClr val="C00000"/>
                </a:solidFill>
              </a:rPr>
              <a:t>Kein legaler links-neigender</a:t>
            </a:r>
            <a:br>
              <a:rPr lang="de-DE" sz="1000" dirty="0">
                <a:solidFill>
                  <a:srgbClr val="C00000"/>
                </a:solidFill>
              </a:rPr>
            </a:br>
            <a:r>
              <a:rPr lang="de-DE" sz="1000" dirty="0">
                <a:solidFill>
                  <a:srgbClr val="C00000"/>
                </a:solidFill>
              </a:rPr>
              <a:t>Rot-Schwarz Baum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2103BAE-C8C5-5923-D1A4-09536ADBE068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6131317" y="3202971"/>
            <a:ext cx="328404" cy="1732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B36AAE4D-D1D1-EB71-66D6-D1760DBF48EE}"/>
              </a:ext>
            </a:extLst>
          </p:cNvPr>
          <p:cNvGrpSpPr/>
          <p:nvPr/>
        </p:nvGrpSpPr>
        <p:grpSpPr>
          <a:xfrm>
            <a:off x="1226752" y="1563638"/>
            <a:ext cx="478272" cy="463684"/>
            <a:chOff x="1226752" y="1563638"/>
            <a:chExt cx="478272" cy="463684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3D03FFE8-825C-C829-085A-FF57E62C714E}"/>
                </a:ext>
              </a:extLst>
            </p:cNvPr>
            <p:cNvSpPr/>
            <p:nvPr/>
          </p:nvSpPr>
          <p:spPr bwMode="gray">
            <a:xfrm>
              <a:off x="1462591" y="1563638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B</a:t>
              </a:r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F2A123B8-BF2B-EF1E-1ABC-E9EFDEBB1961}"/>
                </a:ext>
              </a:extLst>
            </p:cNvPr>
            <p:cNvCxnSpPr>
              <a:cxnSpLocks/>
              <a:stCxn id="79" idx="3"/>
              <a:endCxn id="82" idx="7"/>
            </p:cNvCxnSpPr>
            <p:nvPr/>
          </p:nvCxnSpPr>
          <p:spPr bwMode="gray">
            <a:xfrm flipH="1">
              <a:off x="1436182" y="1748026"/>
              <a:ext cx="58045" cy="6327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443391CB-4ED9-3267-C4E7-25CB12F50C71}"/>
                </a:ext>
              </a:extLst>
            </p:cNvPr>
            <p:cNvCxnSpPr>
              <a:cxnSpLocks/>
              <a:stCxn id="79" idx="5"/>
            </p:cNvCxnSpPr>
            <p:nvPr/>
          </p:nvCxnSpPr>
          <p:spPr bwMode="gray">
            <a:xfrm>
              <a:off x="1646979" y="1748026"/>
              <a:ext cx="58045" cy="5511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DDF5350B-E4D2-4CE0-90AA-3A0F363E61E5}"/>
                </a:ext>
              </a:extLst>
            </p:cNvPr>
            <p:cNvSpPr/>
            <p:nvPr/>
          </p:nvSpPr>
          <p:spPr bwMode="gray">
            <a:xfrm>
              <a:off x="1251794" y="177966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821A32E0-65CF-6D9C-53D2-D2E31C09BD26}"/>
                </a:ext>
              </a:extLst>
            </p:cNvPr>
            <p:cNvCxnSpPr>
              <a:cxnSpLocks/>
              <a:stCxn id="82" idx="3"/>
            </p:cNvCxnSpPr>
            <p:nvPr/>
          </p:nvCxnSpPr>
          <p:spPr bwMode="gray">
            <a:xfrm flipH="1">
              <a:off x="1226752" y="1964050"/>
              <a:ext cx="56678" cy="632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B96AFC52-7868-E853-BAD5-F5B97E76F400}"/>
                </a:ext>
              </a:extLst>
            </p:cNvPr>
            <p:cNvCxnSpPr>
              <a:cxnSpLocks/>
              <a:stCxn id="82" idx="5"/>
            </p:cNvCxnSpPr>
            <p:nvPr/>
          </p:nvCxnSpPr>
          <p:spPr bwMode="gray">
            <a:xfrm>
              <a:off x="1436182" y="1964050"/>
              <a:ext cx="62709" cy="632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6E0CE012-00F7-E463-1413-BDF31B562B11}"/>
              </a:ext>
            </a:extLst>
          </p:cNvPr>
          <p:cNvGrpSpPr/>
          <p:nvPr/>
        </p:nvGrpSpPr>
        <p:grpSpPr>
          <a:xfrm>
            <a:off x="1081795" y="3620234"/>
            <a:ext cx="693733" cy="463684"/>
            <a:chOff x="1081795" y="3620234"/>
            <a:chExt cx="693733" cy="463684"/>
          </a:xfrm>
        </p:grpSpPr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02FBAA71-C3DE-8B66-7995-DFA69D02A3B0}"/>
                </a:ext>
              </a:extLst>
            </p:cNvPr>
            <p:cNvSpPr/>
            <p:nvPr/>
          </p:nvSpPr>
          <p:spPr bwMode="gray">
            <a:xfrm>
              <a:off x="1317634" y="3620234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B</a:t>
              </a:r>
            </a:p>
          </p:txBody>
        </p: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AF31177E-BE3B-6240-3EFA-9EF6C7BF0B44}"/>
                </a:ext>
              </a:extLst>
            </p:cNvPr>
            <p:cNvCxnSpPr>
              <a:cxnSpLocks/>
              <a:stCxn id="95" idx="3"/>
              <a:endCxn id="98" idx="7"/>
            </p:cNvCxnSpPr>
            <p:nvPr/>
          </p:nvCxnSpPr>
          <p:spPr bwMode="gray">
            <a:xfrm flipH="1">
              <a:off x="1291225" y="3804622"/>
              <a:ext cx="58045" cy="6327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2F872534-A764-BB7F-BB12-226D035CA152}"/>
                </a:ext>
              </a:extLst>
            </p:cNvPr>
            <p:cNvCxnSpPr>
              <a:cxnSpLocks/>
              <a:stCxn id="95" idx="5"/>
              <a:endCxn id="101" idx="1"/>
            </p:cNvCxnSpPr>
            <p:nvPr/>
          </p:nvCxnSpPr>
          <p:spPr bwMode="gray">
            <a:xfrm>
              <a:off x="1502022" y="3804622"/>
              <a:ext cx="58045" cy="5511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7350CC64-3827-F039-ED8B-6C5EB8774E77}"/>
                </a:ext>
              </a:extLst>
            </p:cNvPr>
            <p:cNvSpPr/>
            <p:nvPr/>
          </p:nvSpPr>
          <p:spPr bwMode="gray">
            <a:xfrm>
              <a:off x="1106837" y="3836258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3796E65B-C43F-1B34-6AE0-FF2F598387CC}"/>
                </a:ext>
              </a:extLst>
            </p:cNvPr>
            <p:cNvCxnSpPr>
              <a:cxnSpLocks/>
              <a:stCxn id="98" idx="3"/>
            </p:cNvCxnSpPr>
            <p:nvPr/>
          </p:nvCxnSpPr>
          <p:spPr bwMode="gray">
            <a:xfrm flipH="1">
              <a:off x="1081795" y="4020646"/>
              <a:ext cx="56678" cy="632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231CBF9C-8E21-B1A7-2BAD-85B9380CECBC}"/>
                </a:ext>
              </a:extLst>
            </p:cNvPr>
            <p:cNvCxnSpPr>
              <a:cxnSpLocks/>
              <a:stCxn id="98" idx="5"/>
            </p:cNvCxnSpPr>
            <p:nvPr/>
          </p:nvCxnSpPr>
          <p:spPr bwMode="gray">
            <a:xfrm>
              <a:off x="1291225" y="4020646"/>
              <a:ext cx="62709" cy="632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8B8BB7C7-51FB-B271-B504-75A2F16B0122}"/>
                </a:ext>
              </a:extLst>
            </p:cNvPr>
            <p:cNvSpPr/>
            <p:nvPr/>
          </p:nvSpPr>
          <p:spPr bwMode="gray">
            <a:xfrm>
              <a:off x="1528431" y="382810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C</a:t>
              </a:r>
            </a:p>
          </p:txBody>
        </p: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1A15BBDE-1590-2FC2-C903-BC2E42815E05}"/>
                </a:ext>
              </a:extLst>
            </p:cNvPr>
            <p:cNvCxnSpPr>
              <a:cxnSpLocks/>
              <a:stCxn id="101" idx="3"/>
            </p:cNvCxnSpPr>
            <p:nvPr/>
          </p:nvCxnSpPr>
          <p:spPr bwMode="gray">
            <a:xfrm flipH="1">
              <a:off x="1503389" y="4012488"/>
              <a:ext cx="56678" cy="632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9A3AA9FF-D905-B846-2C97-B43BCE997085}"/>
                </a:ext>
              </a:extLst>
            </p:cNvPr>
            <p:cNvCxnSpPr>
              <a:cxnSpLocks/>
              <a:stCxn id="101" idx="5"/>
            </p:cNvCxnSpPr>
            <p:nvPr/>
          </p:nvCxnSpPr>
          <p:spPr bwMode="gray">
            <a:xfrm>
              <a:off x="1712819" y="4012488"/>
              <a:ext cx="62709" cy="632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53AF99F2-E6D3-4E1A-4A6F-324D6FA48C83}"/>
              </a:ext>
            </a:extLst>
          </p:cNvPr>
          <p:cNvGrpSpPr/>
          <p:nvPr/>
        </p:nvGrpSpPr>
        <p:grpSpPr>
          <a:xfrm>
            <a:off x="1081795" y="4556338"/>
            <a:ext cx="693733" cy="463684"/>
            <a:chOff x="1081795" y="4556338"/>
            <a:chExt cx="693733" cy="463684"/>
          </a:xfrm>
        </p:grpSpPr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90FBF9A7-ED88-0FCB-7BC6-796665ADD627}"/>
                </a:ext>
              </a:extLst>
            </p:cNvPr>
            <p:cNvSpPr/>
            <p:nvPr/>
          </p:nvSpPr>
          <p:spPr bwMode="gray">
            <a:xfrm>
              <a:off x="1317634" y="4556338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B</a:t>
              </a:r>
            </a:p>
          </p:txBody>
        </p: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BD07FB9D-442D-19FE-9379-A43D32894F95}"/>
                </a:ext>
              </a:extLst>
            </p:cNvPr>
            <p:cNvCxnSpPr>
              <a:cxnSpLocks/>
              <a:stCxn id="105" idx="3"/>
              <a:endCxn id="108" idx="7"/>
            </p:cNvCxnSpPr>
            <p:nvPr/>
          </p:nvCxnSpPr>
          <p:spPr bwMode="gray">
            <a:xfrm flipH="1">
              <a:off x="1291225" y="4740726"/>
              <a:ext cx="58045" cy="632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5A2A6D1A-701C-E0DC-577A-1A0B866813D2}"/>
                </a:ext>
              </a:extLst>
            </p:cNvPr>
            <p:cNvCxnSpPr>
              <a:cxnSpLocks/>
              <a:stCxn id="105" idx="5"/>
              <a:endCxn id="111" idx="1"/>
            </p:cNvCxnSpPr>
            <p:nvPr/>
          </p:nvCxnSpPr>
          <p:spPr bwMode="gray">
            <a:xfrm>
              <a:off x="1502022" y="4740726"/>
              <a:ext cx="58045" cy="5511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B60D4B86-AA93-BB78-A582-E596622BFA3B}"/>
                </a:ext>
              </a:extLst>
            </p:cNvPr>
            <p:cNvSpPr/>
            <p:nvPr/>
          </p:nvSpPr>
          <p:spPr bwMode="gray">
            <a:xfrm>
              <a:off x="1106837" y="477236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CDE5F0A-3352-3C0C-3363-AB7DE9A6B42A}"/>
                </a:ext>
              </a:extLst>
            </p:cNvPr>
            <p:cNvCxnSpPr>
              <a:cxnSpLocks/>
              <a:stCxn id="108" idx="3"/>
            </p:cNvCxnSpPr>
            <p:nvPr/>
          </p:nvCxnSpPr>
          <p:spPr bwMode="gray">
            <a:xfrm flipH="1">
              <a:off x="1081795" y="4956750"/>
              <a:ext cx="56678" cy="632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F9528A2-1AD4-18B8-E713-8F6131C468F6}"/>
                </a:ext>
              </a:extLst>
            </p:cNvPr>
            <p:cNvCxnSpPr>
              <a:cxnSpLocks/>
              <a:stCxn id="108" idx="5"/>
            </p:cNvCxnSpPr>
            <p:nvPr/>
          </p:nvCxnSpPr>
          <p:spPr bwMode="gray">
            <a:xfrm>
              <a:off x="1291225" y="4956750"/>
              <a:ext cx="62709" cy="632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6467C04D-8D21-DEA8-D1DF-9A47DF43DC3C}"/>
                </a:ext>
              </a:extLst>
            </p:cNvPr>
            <p:cNvSpPr/>
            <p:nvPr/>
          </p:nvSpPr>
          <p:spPr bwMode="gray">
            <a:xfrm>
              <a:off x="1528431" y="4764204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C</a:t>
              </a:r>
            </a:p>
          </p:txBody>
        </p: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BB7DBEE4-C93E-F122-D2AE-A1B6B5BD60AF}"/>
                </a:ext>
              </a:extLst>
            </p:cNvPr>
            <p:cNvCxnSpPr>
              <a:cxnSpLocks/>
              <a:stCxn id="111" idx="3"/>
            </p:cNvCxnSpPr>
            <p:nvPr/>
          </p:nvCxnSpPr>
          <p:spPr bwMode="gray">
            <a:xfrm flipH="1">
              <a:off x="1503389" y="4948592"/>
              <a:ext cx="56678" cy="632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2DC17EEE-F49C-CF0C-326E-DF436569C68D}"/>
                </a:ext>
              </a:extLst>
            </p:cNvPr>
            <p:cNvCxnSpPr>
              <a:cxnSpLocks/>
              <a:stCxn id="111" idx="5"/>
            </p:cNvCxnSpPr>
            <p:nvPr/>
          </p:nvCxnSpPr>
          <p:spPr bwMode="gray">
            <a:xfrm>
              <a:off x="1712819" y="4948592"/>
              <a:ext cx="62709" cy="632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EDD3395F-5190-FBA6-0667-0D18ECC5E0BD}"/>
              </a:ext>
            </a:extLst>
          </p:cNvPr>
          <p:cNvGrpSpPr/>
          <p:nvPr/>
        </p:nvGrpSpPr>
        <p:grpSpPr>
          <a:xfrm>
            <a:off x="3467194" y="1564900"/>
            <a:ext cx="478272" cy="463684"/>
            <a:chOff x="3467194" y="1564900"/>
            <a:chExt cx="478272" cy="463684"/>
          </a:xfrm>
        </p:grpSpPr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019A9FA4-845A-6599-8AA6-219267FF46A7}"/>
                </a:ext>
              </a:extLst>
            </p:cNvPr>
            <p:cNvSpPr/>
            <p:nvPr/>
          </p:nvSpPr>
          <p:spPr bwMode="gray">
            <a:xfrm>
              <a:off x="3703033" y="156490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C</a:t>
              </a:r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28F27DC2-D9DE-548B-77BA-90B6B9BFD2BE}"/>
                </a:ext>
              </a:extLst>
            </p:cNvPr>
            <p:cNvCxnSpPr>
              <a:cxnSpLocks/>
              <a:stCxn id="114" idx="3"/>
              <a:endCxn id="117" idx="7"/>
            </p:cNvCxnSpPr>
            <p:nvPr/>
          </p:nvCxnSpPr>
          <p:spPr bwMode="gray">
            <a:xfrm flipH="1">
              <a:off x="3676624" y="1749288"/>
              <a:ext cx="58045" cy="6327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7E442341-6FA4-7892-E0C0-82AF22AFD7B0}"/>
                </a:ext>
              </a:extLst>
            </p:cNvPr>
            <p:cNvCxnSpPr>
              <a:cxnSpLocks/>
              <a:stCxn id="114" idx="5"/>
            </p:cNvCxnSpPr>
            <p:nvPr/>
          </p:nvCxnSpPr>
          <p:spPr bwMode="gray">
            <a:xfrm>
              <a:off x="3887421" y="1749288"/>
              <a:ext cx="58045" cy="5511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22E22380-268F-79A1-93F0-D3C03718E6A1}"/>
                </a:ext>
              </a:extLst>
            </p:cNvPr>
            <p:cNvSpPr/>
            <p:nvPr/>
          </p:nvSpPr>
          <p:spPr bwMode="gray">
            <a:xfrm>
              <a:off x="3492236" y="1780924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B</a:t>
              </a:r>
            </a:p>
          </p:txBody>
        </p: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592F6E1E-1EF6-2F24-690D-43D0C29DA995}"/>
                </a:ext>
              </a:extLst>
            </p:cNvPr>
            <p:cNvCxnSpPr>
              <a:cxnSpLocks/>
              <a:stCxn id="117" idx="3"/>
            </p:cNvCxnSpPr>
            <p:nvPr/>
          </p:nvCxnSpPr>
          <p:spPr bwMode="gray">
            <a:xfrm flipH="1">
              <a:off x="3467194" y="1965312"/>
              <a:ext cx="56678" cy="632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67CC0536-2FD8-02FF-8CD0-268E53535935}"/>
                </a:ext>
              </a:extLst>
            </p:cNvPr>
            <p:cNvCxnSpPr>
              <a:cxnSpLocks/>
              <a:stCxn id="117" idx="5"/>
            </p:cNvCxnSpPr>
            <p:nvPr/>
          </p:nvCxnSpPr>
          <p:spPr bwMode="gray">
            <a:xfrm>
              <a:off x="3676624" y="1965312"/>
              <a:ext cx="62709" cy="632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FBF7B408-881C-312A-7B62-BB62E0845487}"/>
              </a:ext>
            </a:extLst>
          </p:cNvPr>
          <p:cNvGrpSpPr/>
          <p:nvPr/>
        </p:nvGrpSpPr>
        <p:grpSpPr>
          <a:xfrm>
            <a:off x="3219534" y="3283319"/>
            <a:ext cx="694296" cy="679708"/>
            <a:chOff x="3219534" y="3283319"/>
            <a:chExt cx="694296" cy="679708"/>
          </a:xfrm>
        </p:grpSpPr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82A6FFA2-E15D-3F49-E98D-85587117DAED}"/>
                </a:ext>
              </a:extLst>
            </p:cNvPr>
            <p:cNvSpPr/>
            <p:nvPr/>
          </p:nvSpPr>
          <p:spPr bwMode="gray">
            <a:xfrm>
              <a:off x="3671397" y="3283319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C</a:t>
              </a:r>
            </a:p>
          </p:txBody>
        </p: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02D49E58-50F4-878B-935C-67E6B77A3A63}"/>
                </a:ext>
              </a:extLst>
            </p:cNvPr>
            <p:cNvCxnSpPr>
              <a:cxnSpLocks/>
              <a:stCxn id="121" idx="3"/>
              <a:endCxn id="124" idx="7"/>
            </p:cNvCxnSpPr>
            <p:nvPr/>
          </p:nvCxnSpPr>
          <p:spPr bwMode="gray">
            <a:xfrm flipH="1">
              <a:off x="3644988" y="3467707"/>
              <a:ext cx="58045" cy="6327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21BC015F-D0AB-DA45-8FC2-FE59FDD99CEC}"/>
                </a:ext>
              </a:extLst>
            </p:cNvPr>
            <p:cNvCxnSpPr>
              <a:cxnSpLocks/>
              <a:stCxn id="121" idx="5"/>
            </p:cNvCxnSpPr>
            <p:nvPr/>
          </p:nvCxnSpPr>
          <p:spPr bwMode="gray">
            <a:xfrm>
              <a:off x="3855785" y="3467707"/>
              <a:ext cx="58045" cy="5511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FED94660-B325-2F6B-4549-EC99238EFEC9}"/>
                </a:ext>
              </a:extLst>
            </p:cNvPr>
            <p:cNvSpPr/>
            <p:nvPr/>
          </p:nvSpPr>
          <p:spPr bwMode="gray">
            <a:xfrm>
              <a:off x="3460600" y="3499343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B</a:t>
              </a:r>
            </a:p>
          </p:txBody>
        </p: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1BAC6D9C-0A80-DB05-7502-0305B30C5458}"/>
                </a:ext>
              </a:extLst>
            </p:cNvPr>
            <p:cNvCxnSpPr>
              <a:cxnSpLocks/>
              <a:stCxn id="124" idx="3"/>
              <a:endCxn id="127" idx="7"/>
            </p:cNvCxnSpPr>
            <p:nvPr/>
          </p:nvCxnSpPr>
          <p:spPr bwMode="gray">
            <a:xfrm flipH="1">
              <a:off x="3435558" y="3683731"/>
              <a:ext cx="56678" cy="6327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BD08B84E-7983-CAB2-6E6E-9B104AFAE7EE}"/>
                </a:ext>
              </a:extLst>
            </p:cNvPr>
            <p:cNvCxnSpPr>
              <a:cxnSpLocks/>
              <a:stCxn id="124" idx="5"/>
            </p:cNvCxnSpPr>
            <p:nvPr/>
          </p:nvCxnSpPr>
          <p:spPr bwMode="gray">
            <a:xfrm>
              <a:off x="3644988" y="3683731"/>
              <a:ext cx="62709" cy="632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AD94655D-FD0E-3890-F113-4BF2DD61F31E}"/>
                </a:ext>
              </a:extLst>
            </p:cNvPr>
            <p:cNvSpPr/>
            <p:nvPr/>
          </p:nvSpPr>
          <p:spPr bwMode="gray">
            <a:xfrm>
              <a:off x="3251170" y="3715367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F64734A6-7A00-E61A-DB3F-8828C1D2151A}"/>
                </a:ext>
              </a:extLst>
            </p:cNvPr>
            <p:cNvCxnSpPr>
              <a:cxnSpLocks/>
              <a:stCxn id="127" idx="3"/>
            </p:cNvCxnSpPr>
            <p:nvPr/>
          </p:nvCxnSpPr>
          <p:spPr bwMode="gray">
            <a:xfrm flipH="1">
              <a:off x="3219534" y="3899755"/>
              <a:ext cx="63272" cy="632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4DCC9314-834C-1C99-5D6D-16FBD523DDF6}"/>
                </a:ext>
              </a:extLst>
            </p:cNvPr>
            <p:cNvCxnSpPr>
              <a:cxnSpLocks/>
              <a:stCxn id="127" idx="5"/>
            </p:cNvCxnSpPr>
            <p:nvPr/>
          </p:nvCxnSpPr>
          <p:spPr bwMode="gray">
            <a:xfrm>
              <a:off x="3435558" y="3899755"/>
              <a:ext cx="61342" cy="632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D57FC673-FEF9-FBD8-BB87-2A790A62E051}"/>
              </a:ext>
            </a:extLst>
          </p:cNvPr>
          <p:cNvGrpSpPr/>
          <p:nvPr/>
        </p:nvGrpSpPr>
        <p:grpSpPr>
          <a:xfrm>
            <a:off x="5577525" y="1626273"/>
            <a:ext cx="478272" cy="463684"/>
            <a:chOff x="5577525" y="1626273"/>
            <a:chExt cx="478272" cy="463684"/>
          </a:xfrm>
        </p:grpSpPr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F021A606-6257-E734-9209-F1A402357E9F}"/>
                </a:ext>
              </a:extLst>
            </p:cNvPr>
            <p:cNvSpPr/>
            <p:nvPr/>
          </p:nvSpPr>
          <p:spPr bwMode="gray">
            <a:xfrm>
              <a:off x="5813364" y="1626273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C</a:t>
              </a: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4151753E-8479-3892-781F-11D998449FC7}"/>
                </a:ext>
              </a:extLst>
            </p:cNvPr>
            <p:cNvCxnSpPr>
              <a:cxnSpLocks/>
              <a:stCxn id="145" idx="3"/>
              <a:endCxn id="148" idx="7"/>
            </p:cNvCxnSpPr>
            <p:nvPr/>
          </p:nvCxnSpPr>
          <p:spPr bwMode="gray">
            <a:xfrm flipH="1">
              <a:off x="5786955" y="1810661"/>
              <a:ext cx="58045" cy="6327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002DFC61-43E1-DA21-F183-DD89BF91E1B9}"/>
                </a:ext>
              </a:extLst>
            </p:cNvPr>
            <p:cNvCxnSpPr>
              <a:cxnSpLocks/>
              <a:stCxn id="145" idx="5"/>
            </p:cNvCxnSpPr>
            <p:nvPr/>
          </p:nvCxnSpPr>
          <p:spPr bwMode="gray">
            <a:xfrm>
              <a:off x="5997752" y="1810661"/>
              <a:ext cx="58045" cy="5511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BA5C90B9-17F3-094B-7D14-36816FF8FC9E}"/>
                </a:ext>
              </a:extLst>
            </p:cNvPr>
            <p:cNvSpPr/>
            <p:nvPr/>
          </p:nvSpPr>
          <p:spPr bwMode="gray">
            <a:xfrm>
              <a:off x="5602567" y="1842297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465ADBCA-C9FC-9CC0-0464-96B359799A53}"/>
                </a:ext>
              </a:extLst>
            </p:cNvPr>
            <p:cNvCxnSpPr>
              <a:cxnSpLocks/>
              <a:stCxn id="148" idx="3"/>
            </p:cNvCxnSpPr>
            <p:nvPr/>
          </p:nvCxnSpPr>
          <p:spPr bwMode="gray">
            <a:xfrm flipH="1">
              <a:off x="5577525" y="2026685"/>
              <a:ext cx="56678" cy="632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6DE8BD51-535F-4505-3035-044D65C188DF}"/>
                </a:ext>
              </a:extLst>
            </p:cNvPr>
            <p:cNvCxnSpPr>
              <a:cxnSpLocks/>
              <a:stCxn id="148" idx="5"/>
            </p:cNvCxnSpPr>
            <p:nvPr/>
          </p:nvCxnSpPr>
          <p:spPr bwMode="gray">
            <a:xfrm>
              <a:off x="5786955" y="2026685"/>
              <a:ext cx="62709" cy="632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02946CB0-58AB-2F78-9BA1-6F45C5D27078}"/>
              </a:ext>
            </a:extLst>
          </p:cNvPr>
          <p:cNvGrpSpPr/>
          <p:nvPr/>
        </p:nvGrpSpPr>
        <p:grpSpPr>
          <a:xfrm>
            <a:off x="5486274" y="2756138"/>
            <a:ext cx="486233" cy="679708"/>
            <a:chOff x="5486274" y="2756138"/>
            <a:chExt cx="486233" cy="679708"/>
          </a:xfrm>
        </p:grpSpPr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41603BA9-5CB9-4DAF-7B5C-740DDAAE5275}"/>
                </a:ext>
              </a:extLst>
            </p:cNvPr>
            <p:cNvSpPr/>
            <p:nvPr/>
          </p:nvSpPr>
          <p:spPr bwMode="gray">
            <a:xfrm>
              <a:off x="5722113" y="2756138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C</a:t>
              </a:r>
            </a:p>
          </p:txBody>
        </p: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B7FAA274-29AF-E0D9-8C33-B451B731F277}"/>
                </a:ext>
              </a:extLst>
            </p:cNvPr>
            <p:cNvCxnSpPr>
              <a:cxnSpLocks/>
              <a:stCxn id="152" idx="3"/>
              <a:endCxn id="155" idx="7"/>
            </p:cNvCxnSpPr>
            <p:nvPr/>
          </p:nvCxnSpPr>
          <p:spPr bwMode="gray">
            <a:xfrm flipH="1">
              <a:off x="5695704" y="2940526"/>
              <a:ext cx="58045" cy="6327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C9A4E1E1-CE60-BB86-48D3-088C539BB665}"/>
                </a:ext>
              </a:extLst>
            </p:cNvPr>
            <p:cNvCxnSpPr>
              <a:cxnSpLocks/>
              <a:stCxn id="152" idx="5"/>
            </p:cNvCxnSpPr>
            <p:nvPr/>
          </p:nvCxnSpPr>
          <p:spPr bwMode="gray">
            <a:xfrm>
              <a:off x="5906501" y="2940526"/>
              <a:ext cx="58045" cy="5511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B427FA62-6FC8-0AD3-907D-BA4F119D2BEA}"/>
                </a:ext>
              </a:extLst>
            </p:cNvPr>
            <p:cNvSpPr/>
            <p:nvPr/>
          </p:nvSpPr>
          <p:spPr bwMode="gray">
            <a:xfrm>
              <a:off x="5511316" y="297216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7B00A9C3-A57C-51BD-19BD-5261108F8F67}"/>
                </a:ext>
              </a:extLst>
            </p:cNvPr>
            <p:cNvCxnSpPr>
              <a:cxnSpLocks/>
              <a:stCxn id="155" idx="3"/>
            </p:cNvCxnSpPr>
            <p:nvPr/>
          </p:nvCxnSpPr>
          <p:spPr bwMode="gray">
            <a:xfrm flipH="1">
              <a:off x="5486274" y="3156550"/>
              <a:ext cx="56678" cy="632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59471B75-2E4E-ADD8-B5EA-AA118C88E908}"/>
                </a:ext>
              </a:extLst>
            </p:cNvPr>
            <p:cNvCxnSpPr>
              <a:cxnSpLocks/>
              <a:stCxn id="155" idx="5"/>
              <a:endCxn id="161" idx="1"/>
            </p:cNvCxnSpPr>
            <p:nvPr/>
          </p:nvCxnSpPr>
          <p:spPr bwMode="gray">
            <a:xfrm>
              <a:off x="5695704" y="3156550"/>
              <a:ext cx="62709" cy="6327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90CE0DF5-6049-F6AB-8F2E-73E061A7D8E8}"/>
                </a:ext>
              </a:extLst>
            </p:cNvPr>
            <p:cNvSpPr/>
            <p:nvPr/>
          </p:nvSpPr>
          <p:spPr bwMode="gray">
            <a:xfrm>
              <a:off x="5726777" y="3188186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B</a:t>
              </a:r>
            </a:p>
          </p:txBody>
        </p: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C2226BCA-2FE8-A06D-279E-6FD7F8C80DC8}"/>
                </a:ext>
              </a:extLst>
            </p:cNvPr>
            <p:cNvCxnSpPr>
              <a:cxnSpLocks/>
              <a:stCxn id="161" idx="3"/>
            </p:cNvCxnSpPr>
            <p:nvPr/>
          </p:nvCxnSpPr>
          <p:spPr bwMode="gray">
            <a:xfrm flipH="1">
              <a:off x="5701735" y="3372574"/>
              <a:ext cx="56678" cy="632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D892DED2-8E5A-4301-E03C-19B6065F2D48}"/>
                </a:ext>
              </a:extLst>
            </p:cNvPr>
            <p:cNvCxnSpPr>
              <a:cxnSpLocks/>
              <a:stCxn id="161" idx="5"/>
            </p:cNvCxnSpPr>
            <p:nvPr/>
          </p:nvCxnSpPr>
          <p:spPr bwMode="gray">
            <a:xfrm>
              <a:off x="5911165" y="3372574"/>
              <a:ext cx="61342" cy="632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6" name="Down Arrow 175">
            <a:extLst>
              <a:ext uri="{FF2B5EF4-FFF2-40B4-BE49-F238E27FC236}">
                <a16:creationId xmlns:a16="http://schemas.microsoft.com/office/drawing/2014/main" id="{04002FA0-82BD-CD26-1DA9-44229806BB46}"/>
              </a:ext>
            </a:extLst>
          </p:cNvPr>
          <p:cNvSpPr/>
          <p:nvPr/>
        </p:nvSpPr>
        <p:spPr bwMode="gray">
          <a:xfrm>
            <a:off x="1279540" y="4128658"/>
            <a:ext cx="303322" cy="36004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177" name="Down Arrow 176">
            <a:extLst>
              <a:ext uri="{FF2B5EF4-FFF2-40B4-BE49-F238E27FC236}">
                <a16:creationId xmlns:a16="http://schemas.microsoft.com/office/drawing/2014/main" id="{E4AC06BF-0452-B9EC-3710-F9F78CED5FA8}"/>
              </a:ext>
            </a:extLst>
          </p:cNvPr>
          <p:cNvSpPr/>
          <p:nvPr/>
        </p:nvSpPr>
        <p:spPr bwMode="gray">
          <a:xfrm>
            <a:off x="3592782" y="2157401"/>
            <a:ext cx="303322" cy="1031596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178" name="Down Arrow 177">
            <a:extLst>
              <a:ext uri="{FF2B5EF4-FFF2-40B4-BE49-F238E27FC236}">
                <a16:creationId xmlns:a16="http://schemas.microsoft.com/office/drawing/2014/main" id="{0AD51506-2AB7-7C12-9A63-E4BAF22A5DC6}"/>
              </a:ext>
            </a:extLst>
          </p:cNvPr>
          <p:cNvSpPr/>
          <p:nvPr/>
        </p:nvSpPr>
        <p:spPr bwMode="gray">
          <a:xfrm rot="5400000">
            <a:off x="2356597" y="3495924"/>
            <a:ext cx="303322" cy="87266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180" name="Down Arrow 179">
            <a:extLst>
              <a:ext uri="{FF2B5EF4-FFF2-40B4-BE49-F238E27FC236}">
                <a16:creationId xmlns:a16="http://schemas.microsoft.com/office/drawing/2014/main" id="{3BFC926C-03D4-C434-971C-8927F208869F}"/>
              </a:ext>
            </a:extLst>
          </p:cNvPr>
          <p:cNvSpPr/>
          <p:nvPr/>
        </p:nvSpPr>
        <p:spPr bwMode="gray">
          <a:xfrm>
            <a:off x="5669185" y="2183895"/>
            <a:ext cx="303322" cy="496746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181" name="Down Arrow 180">
            <a:extLst>
              <a:ext uri="{FF2B5EF4-FFF2-40B4-BE49-F238E27FC236}">
                <a16:creationId xmlns:a16="http://schemas.microsoft.com/office/drawing/2014/main" id="{954D525D-787E-B4B8-7D56-65F3BE806805}"/>
              </a:ext>
            </a:extLst>
          </p:cNvPr>
          <p:cNvSpPr/>
          <p:nvPr/>
        </p:nvSpPr>
        <p:spPr bwMode="gray">
          <a:xfrm rot="5400000">
            <a:off x="4636212" y="2935868"/>
            <a:ext cx="303322" cy="87266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19649CEA-56F4-E149-066B-FF89C31710E3}"/>
              </a:ext>
            </a:extLst>
          </p:cNvPr>
          <p:cNvSpPr txBox="1"/>
          <p:nvPr/>
        </p:nvSpPr>
        <p:spPr bwMode="gray">
          <a:xfrm>
            <a:off x="5301791" y="1308692"/>
            <a:ext cx="1008112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000" dirty="0">
                <a:solidFill>
                  <a:srgbClr val="C00000"/>
                </a:solidFill>
              </a:rPr>
              <a:t>Mitte einfügen (</a:t>
            </a:r>
            <a:r>
              <a:rPr lang="de-DE" sz="1000" b="1" dirty="0">
                <a:solidFill>
                  <a:srgbClr val="C00000"/>
                </a:solidFill>
              </a:rPr>
              <a:t>B</a:t>
            </a:r>
            <a:r>
              <a:rPr lang="de-DE" sz="1000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409F2D3F-F74A-0E93-337F-04FAAE79569E}"/>
              </a:ext>
            </a:extLst>
          </p:cNvPr>
          <p:cNvSpPr txBox="1"/>
          <p:nvPr/>
        </p:nvSpPr>
        <p:spPr bwMode="gray">
          <a:xfrm>
            <a:off x="4511242" y="4482408"/>
            <a:ext cx="1008112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000" dirty="0">
                <a:solidFill>
                  <a:srgbClr val="C00000"/>
                </a:solidFill>
              </a:rPr>
              <a:t>Kein legaler links-neigender</a:t>
            </a:r>
            <a:br>
              <a:rPr lang="de-DE" sz="1000" dirty="0">
                <a:solidFill>
                  <a:srgbClr val="C00000"/>
                </a:solidFill>
              </a:rPr>
            </a:br>
            <a:r>
              <a:rPr lang="de-DE" sz="1000" dirty="0">
                <a:solidFill>
                  <a:srgbClr val="C00000"/>
                </a:solidFill>
              </a:rPr>
              <a:t>Rot-Schwarz Baum</a:t>
            </a:r>
          </a:p>
        </p:txBody>
      </p: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145F029F-9786-C3E8-D320-CFF6EB7D9FC4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3841678" y="3833344"/>
            <a:ext cx="358227" cy="64906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Box 184">
            <a:extLst>
              <a:ext uri="{FF2B5EF4-FFF2-40B4-BE49-F238E27FC236}">
                <a16:creationId xmlns:a16="http://schemas.microsoft.com/office/drawing/2014/main" id="{93BD217E-2BE9-9DBC-4E1C-D00F4A8DD22C}"/>
              </a:ext>
            </a:extLst>
          </p:cNvPr>
          <p:cNvSpPr txBox="1"/>
          <p:nvPr/>
        </p:nvSpPr>
        <p:spPr bwMode="gray">
          <a:xfrm>
            <a:off x="3958475" y="2393078"/>
            <a:ext cx="1008112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000" dirty="0">
                <a:solidFill>
                  <a:srgbClr val="C00000"/>
                </a:solidFill>
              </a:rPr>
              <a:t>Neuen Knoten mit </a:t>
            </a:r>
            <a:br>
              <a:rPr lang="de-DE" sz="1000" dirty="0">
                <a:solidFill>
                  <a:srgbClr val="C00000"/>
                </a:solidFill>
              </a:rPr>
            </a:br>
            <a:r>
              <a:rPr lang="de-DE" sz="1000" dirty="0">
                <a:solidFill>
                  <a:srgbClr val="C00000"/>
                </a:solidFill>
              </a:rPr>
              <a:t>roter Kante einfügen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CC8B1C26-89B5-BF1F-61D7-745FA073F4BE}"/>
              </a:ext>
            </a:extLst>
          </p:cNvPr>
          <p:cNvSpPr txBox="1"/>
          <p:nvPr/>
        </p:nvSpPr>
        <p:spPr bwMode="gray">
          <a:xfrm>
            <a:off x="1654468" y="2630880"/>
            <a:ext cx="1008112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000" dirty="0">
                <a:solidFill>
                  <a:srgbClr val="C00000"/>
                </a:solidFill>
              </a:rPr>
              <a:t>Neuen Knoten mit </a:t>
            </a:r>
            <a:br>
              <a:rPr lang="de-DE" sz="1000" dirty="0">
                <a:solidFill>
                  <a:srgbClr val="C00000"/>
                </a:solidFill>
              </a:rPr>
            </a:br>
            <a:r>
              <a:rPr lang="de-DE" sz="1000" dirty="0">
                <a:solidFill>
                  <a:srgbClr val="C00000"/>
                </a:solidFill>
              </a:rPr>
              <a:t>roter Kante einfügen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A0FA1928-AEFC-EFC3-E8CF-C9A19492680A}"/>
              </a:ext>
            </a:extLst>
          </p:cNvPr>
          <p:cNvSpPr txBox="1"/>
          <p:nvPr/>
        </p:nvSpPr>
        <p:spPr bwMode="gray">
          <a:xfrm>
            <a:off x="4395559" y="3526358"/>
            <a:ext cx="1008112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000" b="1" dirty="0">
                <a:solidFill>
                  <a:srgbClr val="C00000"/>
                </a:solidFill>
              </a:rPr>
              <a:t>Linkrotation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C29B1015-6CCA-F293-C7D1-58DADBE3E761}"/>
              </a:ext>
            </a:extLst>
          </p:cNvPr>
          <p:cNvSpPr txBox="1"/>
          <p:nvPr/>
        </p:nvSpPr>
        <p:spPr bwMode="gray">
          <a:xfrm>
            <a:off x="2069931" y="4066666"/>
            <a:ext cx="1008112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000" b="1" dirty="0">
                <a:solidFill>
                  <a:srgbClr val="C00000"/>
                </a:solidFill>
              </a:rPr>
              <a:t>Rechtsrotation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4A118E43-BCC2-D897-950D-2407C0476EE2}"/>
              </a:ext>
            </a:extLst>
          </p:cNvPr>
          <p:cNvSpPr txBox="1"/>
          <p:nvPr/>
        </p:nvSpPr>
        <p:spPr bwMode="gray">
          <a:xfrm>
            <a:off x="341158" y="4113284"/>
            <a:ext cx="1008112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000" b="1" dirty="0">
                <a:solidFill>
                  <a:srgbClr val="C00000"/>
                </a:solidFill>
              </a:rPr>
              <a:t>Farbwechsel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E7445146-E7E2-3846-FB0E-A0F6B722CF52}"/>
              </a:ext>
            </a:extLst>
          </p:cNvPr>
          <p:cNvSpPr txBox="1"/>
          <p:nvPr/>
        </p:nvSpPr>
        <p:spPr bwMode="gray">
          <a:xfrm>
            <a:off x="2525315" y="4686115"/>
            <a:ext cx="1008112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000" dirty="0">
                <a:solidFill>
                  <a:srgbClr val="C00000"/>
                </a:solidFill>
              </a:rPr>
              <a:t>Kein legaler links-neigender</a:t>
            </a:r>
            <a:br>
              <a:rPr lang="de-DE" sz="1000" dirty="0">
                <a:solidFill>
                  <a:srgbClr val="C00000"/>
                </a:solidFill>
              </a:rPr>
            </a:br>
            <a:r>
              <a:rPr lang="de-DE" sz="1000" dirty="0">
                <a:solidFill>
                  <a:srgbClr val="C00000"/>
                </a:solidFill>
              </a:rPr>
              <a:t>Rot-Schwarz Baum</a:t>
            </a:r>
          </a:p>
        </p:txBody>
      </p: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D6843DE3-2631-B7B8-9FE4-4410E052029F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1856446" y="4217462"/>
            <a:ext cx="302078" cy="46865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349776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1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9" grpId="0"/>
      <p:bldP spid="36" grpId="0" animBg="1"/>
      <p:bldP spid="39" grpId="0"/>
      <p:bldP spid="41" grpId="0"/>
      <p:bldP spid="176" grpId="0" animBg="1"/>
      <p:bldP spid="177" grpId="0" animBg="1"/>
      <p:bldP spid="178" grpId="0" animBg="1"/>
      <p:bldP spid="180" grpId="0" animBg="1"/>
      <p:bldP spid="181" grpId="0" animBg="1"/>
      <p:bldP spid="182" grpId="0"/>
      <p:bldP spid="183" grpId="0"/>
      <p:bldP spid="185" grpId="0"/>
      <p:bldP spid="186" grpId="0"/>
      <p:bldP spid="188" grpId="0"/>
      <p:bldP spid="189" grpId="0"/>
      <p:bldP spid="197" grpId="0"/>
      <p:bldP spid="19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FB004EC-159F-CE18-FC6E-EFFCBDA7C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Fall 2: Einfügen in einen Baum mit finalem 3-Knoten </a:t>
            </a:r>
          </a:p>
        </p:txBody>
      </p:sp>
      <p:grpSp>
        <p:nvGrpSpPr>
          <p:cNvPr id="671" name="Group 670">
            <a:extLst>
              <a:ext uri="{FF2B5EF4-FFF2-40B4-BE49-F238E27FC236}">
                <a16:creationId xmlns:a16="http://schemas.microsoft.com/office/drawing/2014/main" id="{45D49693-A382-BE70-3BA5-FE7F9863C6EF}"/>
              </a:ext>
            </a:extLst>
          </p:cNvPr>
          <p:cNvGrpSpPr/>
          <p:nvPr/>
        </p:nvGrpSpPr>
        <p:grpSpPr>
          <a:xfrm>
            <a:off x="3078142" y="1491630"/>
            <a:ext cx="1016133" cy="713880"/>
            <a:chOff x="3271890" y="1216082"/>
            <a:chExt cx="1016133" cy="713880"/>
          </a:xfrm>
        </p:grpSpPr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90993158-CF5A-675D-0DED-EB895E2EC531}"/>
                </a:ext>
              </a:extLst>
            </p:cNvPr>
            <p:cNvSpPr/>
            <p:nvPr/>
          </p:nvSpPr>
          <p:spPr bwMode="gray">
            <a:xfrm>
              <a:off x="3793662" y="121608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E</a:t>
              </a:r>
            </a:p>
          </p:txBody>
        </p: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DDAE37E5-5B54-DF44-6635-04E956B24479}"/>
                </a:ext>
              </a:extLst>
            </p:cNvPr>
            <p:cNvCxnSpPr>
              <a:cxnSpLocks/>
              <a:stCxn id="201" idx="3"/>
              <a:endCxn id="204" idx="7"/>
            </p:cNvCxnSpPr>
            <p:nvPr/>
          </p:nvCxnSpPr>
          <p:spPr bwMode="gray">
            <a:xfrm flipH="1">
              <a:off x="3714183" y="1400470"/>
              <a:ext cx="111115" cy="10060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D5ADC068-7CA4-3584-EADC-7C09915C4E73}"/>
                </a:ext>
              </a:extLst>
            </p:cNvPr>
            <p:cNvCxnSpPr>
              <a:cxnSpLocks/>
              <a:stCxn id="201" idx="5"/>
              <a:endCxn id="210" idx="1"/>
            </p:cNvCxnSpPr>
            <p:nvPr/>
          </p:nvCxnSpPr>
          <p:spPr bwMode="gray">
            <a:xfrm>
              <a:off x="3978050" y="1400470"/>
              <a:ext cx="86029" cy="795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0C21394A-04A4-1D80-9026-4EE053309B89}"/>
                </a:ext>
              </a:extLst>
            </p:cNvPr>
            <p:cNvSpPr/>
            <p:nvPr/>
          </p:nvSpPr>
          <p:spPr bwMode="gray">
            <a:xfrm>
              <a:off x="3529795" y="1469437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C</a:t>
              </a:r>
            </a:p>
          </p:txBody>
        </p: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85CB6956-F4DF-4B67-E1BD-1C15D2732489}"/>
                </a:ext>
              </a:extLst>
            </p:cNvPr>
            <p:cNvCxnSpPr>
              <a:cxnSpLocks/>
              <a:stCxn id="204" idx="3"/>
              <a:endCxn id="207" idx="7"/>
            </p:cNvCxnSpPr>
            <p:nvPr/>
          </p:nvCxnSpPr>
          <p:spPr bwMode="gray">
            <a:xfrm flipH="1">
              <a:off x="3491786" y="1653825"/>
              <a:ext cx="69645" cy="5513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478FED2E-A9C2-6EE6-407E-5A27B73BCB13}"/>
                </a:ext>
              </a:extLst>
            </p:cNvPr>
            <p:cNvCxnSpPr>
              <a:cxnSpLocks/>
              <a:stCxn id="204" idx="5"/>
            </p:cNvCxnSpPr>
            <p:nvPr/>
          </p:nvCxnSpPr>
          <p:spPr bwMode="gray">
            <a:xfrm>
              <a:off x="3714183" y="1653825"/>
              <a:ext cx="54393" cy="8029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E15339B4-31A6-492E-08D2-E9928DB16A15}"/>
                </a:ext>
              </a:extLst>
            </p:cNvPr>
            <p:cNvSpPr/>
            <p:nvPr/>
          </p:nvSpPr>
          <p:spPr bwMode="gray">
            <a:xfrm>
              <a:off x="3307398" y="1677323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D098E80F-6126-4BF4-2FC9-319882C84745}"/>
                </a:ext>
              </a:extLst>
            </p:cNvPr>
            <p:cNvCxnSpPr>
              <a:cxnSpLocks/>
              <a:stCxn id="207" idx="3"/>
            </p:cNvCxnSpPr>
            <p:nvPr/>
          </p:nvCxnSpPr>
          <p:spPr bwMode="gray">
            <a:xfrm flipH="1">
              <a:off x="3271890" y="1861711"/>
              <a:ext cx="67144" cy="6825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2B7DABB4-6ABF-5A9D-385C-9D8BD192DE4E}"/>
                </a:ext>
              </a:extLst>
            </p:cNvPr>
            <p:cNvCxnSpPr>
              <a:cxnSpLocks/>
              <a:stCxn id="207" idx="5"/>
            </p:cNvCxnSpPr>
            <p:nvPr/>
          </p:nvCxnSpPr>
          <p:spPr bwMode="gray">
            <a:xfrm>
              <a:off x="3491786" y="1861711"/>
              <a:ext cx="48082" cy="6825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77C241B3-0C01-3498-A7F5-E217B366D4C8}"/>
                </a:ext>
              </a:extLst>
            </p:cNvPr>
            <p:cNvSpPr/>
            <p:nvPr/>
          </p:nvSpPr>
          <p:spPr bwMode="gray">
            <a:xfrm>
              <a:off x="4032443" y="1448407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S</a:t>
              </a:r>
            </a:p>
          </p:txBody>
        </p: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A435CC08-558E-B850-86E2-1747CCCA7533}"/>
                </a:ext>
              </a:extLst>
            </p:cNvPr>
            <p:cNvCxnSpPr>
              <a:cxnSpLocks/>
              <a:stCxn id="210" idx="3"/>
              <a:endCxn id="216" idx="7"/>
            </p:cNvCxnSpPr>
            <p:nvPr/>
          </p:nvCxnSpPr>
          <p:spPr bwMode="gray">
            <a:xfrm flipH="1">
              <a:off x="4014247" y="1632795"/>
              <a:ext cx="49832" cy="5357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03665E76-E844-446C-6EF6-C391EA016320}"/>
                </a:ext>
              </a:extLst>
            </p:cNvPr>
            <p:cNvCxnSpPr>
              <a:cxnSpLocks/>
              <a:stCxn id="210" idx="5"/>
            </p:cNvCxnSpPr>
            <p:nvPr/>
          </p:nvCxnSpPr>
          <p:spPr bwMode="gray">
            <a:xfrm>
              <a:off x="4216831" y="1632795"/>
              <a:ext cx="71192" cy="795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945055D6-5726-D1B1-B69E-0BB96DC48CB9}"/>
                </a:ext>
              </a:extLst>
            </p:cNvPr>
            <p:cNvSpPr/>
            <p:nvPr/>
          </p:nvSpPr>
          <p:spPr bwMode="gray">
            <a:xfrm>
              <a:off x="3829859" y="165473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R</a:t>
              </a:r>
            </a:p>
          </p:txBody>
        </p: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7E0DC286-80E9-5435-AE96-F6ED31041019}"/>
                </a:ext>
              </a:extLst>
            </p:cNvPr>
            <p:cNvCxnSpPr>
              <a:cxnSpLocks/>
              <a:stCxn id="216" idx="3"/>
            </p:cNvCxnSpPr>
            <p:nvPr/>
          </p:nvCxnSpPr>
          <p:spPr bwMode="gray">
            <a:xfrm flipH="1">
              <a:off x="3805820" y="1839118"/>
              <a:ext cx="55675" cy="6966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41962D65-6F0E-8682-1CB0-5A7FF67746DB}"/>
                </a:ext>
              </a:extLst>
            </p:cNvPr>
            <p:cNvCxnSpPr>
              <a:cxnSpLocks/>
              <a:stCxn id="216" idx="5"/>
            </p:cNvCxnSpPr>
            <p:nvPr/>
          </p:nvCxnSpPr>
          <p:spPr bwMode="gray">
            <a:xfrm>
              <a:off x="4014247" y="1839118"/>
              <a:ext cx="59551" cy="6966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4" name="Group 673">
            <a:extLst>
              <a:ext uri="{FF2B5EF4-FFF2-40B4-BE49-F238E27FC236}">
                <a16:creationId xmlns:a16="http://schemas.microsoft.com/office/drawing/2014/main" id="{ABEE0850-17FC-56C1-DD92-66FF157E8FA6}"/>
              </a:ext>
            </a:extLst>
          </p:cNvPr>
          <p:cNvGrpSpPr/>
          <p:nvPr/>
        </p:nvGrpSpPr>
        <p:grpSpPr>
          <a:xfrm>
            <a:off x="3078142" y="2722077"/>
            <a:ext cx="1016133" cy="912407"/>
            <a:chOff x="3253047" y="2130462"/>
            <a:chExt cx="1016133" cy="912407"/>
          </a:xfrm>
        </p:grpSpPr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E9A4327C-090B-0437-AC1E-F7D2C1FF5819}"/>
                </a:ext>
              </a:extLst>
            </p:cNvPr>
            <p:cNvSpPr/>
            <p:nvPr/>
          </p:nvSpPr>
          <p:spPr bwMode="gray">
            <a:xfrm>
              <a:off x="3774819" y="213046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E</a:t>
              </a:r>
            </a:p>
          </p:txBody>
        </p: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2E1F239B-8AED-DB26-A60D-796C34180E82}"/>
                </a:ext>
              </a:extLst>
            </p:cNvPr>
            <p:cNvCxnSpPr>
              <a:cxnSpLocks/>
              <a:stCxn id="365" idx="3"/>
              <a:endCxn id="368" idx="7"/>
            </p:cNvCxnSpPr>
            <p:nvPr/>
          </p:nvCxnSpPr>
          <p:spPr bwMode="gray">
            <a:xfrm flipH="1">
              <a:off x="3695340" y="2314850"/>
              <a:ext cx="111115" cy="10060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72682D61-2A3D-F275-9C08-7AA2F21F7D74}"/>
                </a:ext>
              </a:extLst>
            </p:cNvPr>
            <p:cNvCxnSpPr>
              <a:cxnSpLocks/>
              <a:stCxn id="365" idx="5"/>
              <a:endCxn id="374" idx="1"/>
            </p:cNvCxnSpPr>
            <p:nvPr/>
          </p:nvCxnSpPr>
          <p:spPr bwMode="gray">
            <a:xfrm>
              <a:off x="3959207" y="2314850"/>
              <a:ext cx="86029" cy="795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8" name="Oval 367">
              <a:extLst>
                <a:ext uri="{FF2B5EF4-FFF2-40B4-BE49-F238E27FC236}">
                  <a16:creationId xmlns:a16="http://schemas.microsoft.com/office/drawing/2014/main" id="{4AC597E4-0DDF-21F1-E16B-BE41BB195656}"/>
                </a:ext>
              </a:extLst>
            </p:cNvPr>
            <p:cNvSpPr/>
            <p:nvPr/>
          </p:nvSpPr>
          <p:spPr bwMode="gray">
            <a:xfrm>
              <a:off x="3510952" y="2383817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C</a:t>
              </a:r>
            </a:p>
          </p:txBody>
        </p: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59744456-E683-E80F-EC3D-87CCBCE8B823}"/>
                </a:ext>
              </a:extLst>
            </p:cNvPr>
            <p:cNvCxnSpPr>
              <a:cxnSpLocks/>
              <a:stCxn id="368" idx="3"/>
              <a:endCxn id="371" idx="7"/>
            </p:cNvCxnSpPr>
            <p:nvPr/>
          </p:nvCxnSpPr>
          <p:spPr bwMode="gray">
            <a:xfrm flipH="1">
              <a:off x="3472943" y="2568205"/>
              <a:ext cx="69645" cy="5513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6E9005BB-9190-3294-94B8-3BAD843DCC84}"/>
                </a:ext>
              </a:extLst>
            </p:cNvPr>
            <p:cNvCxnSpPr>
              <a:cxnSpLocks/>
              <a:stCxn id="368" idx="5"/>
            </p:cNvCxnSpPr>
            <p:nvPr/>
          </p:nvCxnSpPr>
          <p:spPr bwMode="gray">
            <a:xfrm>
              <a:off x="3695340" y="2568205"/>
              <a:ext cx="54393" cy="8029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1" name="Oval 370">
              <a:extLst>
                <a:ext uri="{FF2B5EF4-FFF2-40B4-BE49-F238E27FC236}">
                  <a16:creationId xmlns:a16="http://schemas.microsoft.com/office/drawing/2014/main" id="{6E35240A-D7F5-0737-ED76-616D05CD065B}"/>
                </a:ext>
              </a:extLst>
            </p:cNvPr>
            <p:cNvSpPr/>
            <p:nvPr/>
          </p:nvSpPr>
          <p:spPr bwMode="gray">
            <a:xfrm>
              <a:off x="3288555" y="2591703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24CB8806-8B0E-C718-35DA-1BBF412E47F0}"/>
                </a:ext>
              </a:extLst>
            </p:cNvPr>
            <p:cNvCxnSpPr>
              <a:cxnSpLocks/>
              <a:stCxn id="371" idx="3"/>
            </p:cNvCxnSpPr>
            <p:nvPr/>
          </p:nvCxnSpPr>
          <p:spPr bwMode="gray">
            <a:xfrm flipH="1">
              <a:off x="3253047" y="2776091"/>
              <a:ext cx="67144" cy="6825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4CEC22D1-9326-9659-B38B-514ECE75B894}"/>
                </a:ext>
              </a:extLst>
            </p:cNvPr>
            <p:cNvCxnSpPr>
              <a:cxnSpLocks/>
              <a:stCxn id="371" idx="5"/>
            </p:cNvCxnSpPr>
            <p:nvPr/>
          </p:nvCxnSpPr>
          <p:spPr bwMode="gray">
            <a:xfrm>
              <a:off x="3472943" y="2776091"/>
              <a:ext cx="48082" cy="6825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4" name="Oval 373">
              <a:extLst>
                <a:ext uri="{FF2B5EF4-FFF2-40B4-BE49-F238E27FC236}">
                  <a16:creationId xmlns:a16="http://schemas.microsoft.com/office/drawing/2014/main" id="{E091627B-1507-9D67-BBA8-4BE7FE766061}"/>
                </a:ext>
              </a:extLst>
            </p:cNvPr>
            <p:cNvSpPr/>
            <p:nvPr/>
          </p:nvSpPr>
          <p:spPr bwMode="gray">
            <a:xfrm>
              <a:off x="4013600" y="2362787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S</a:t>
              </a:r>
            </a:p>
          </p:txBody>
        </p: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76934187-2D6A-70B9-72AC-BCAB54A2E9BE}"/>
                </a:ext>
              </a:extLst>
            </p:cNvPr>
            <p:cNvCxnSpPr>
              <a:cxnSpLocks/>
              <a:stCxn id="374" idx="3"/>
              <a:endCxn id="377" idx="7"/>
            </p:cNvCxnSpPr>
            <p:nvPr/>
          </p:nvCxnSpPr>
          <p:spPr bwMode="gray">
            <a:xfrm flipH="1">
              <a:off x="3995404" y="2547175"/>
              <a:ext cx="49832" cy="5357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>
              <a:extLst>
                <a:ext uri="{FF2B5EF4-FFF2-40B4-BE49-F238E27FC236}">
                  <a16:creationId xmlns:a16="http://schemas.microsoft.com/office/drawing/2014/main" id="{321F71D2-6A2D-4050-CF2D-01DCEE0BC4B2}"/>
                </a:ext>
              </a:extLst>
            </p:cNvPr>
            <p:cNvCxnSpPr>
              <a:cxnSpLocks/>
              <a:stCxn id="374" idx="5"/>
            </p:cNvCxnSpPr>
            <p:nvPr/>
          </p:nvCxnSpPr>
          <p:spPr bwMode="gray">
            <a:xfrm>
              <a:off x="4197988" y="2547175"/>
              <a:ext cx="71192" cy="795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7" name="Oval 376">
              <a:extLst>
                <a:ext uri="{FF2B5EF4-FFF2-40B4-BE49-F238E27FC236}">
                  <a16:creationId xmlns:a16="http://schemas.microsoft.com/office/drawing/2014/main" id="{6FC4691F-4CFB-11FF-AC31-1EDA85BAEF58}"/>
                </a:ext>
              </a:extLst>
            </p:cNvPr>
            <p:cNvSpPr/>
            <p:nvPr/>
          </p:nvSpPr>
          <p:spPr bwMode="gray">
            <a:xfrm>
              <a:off x="3811016" y="2569110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R</a:t>
              </a:r>
            </a:p>
          </p:txBody>
        </p: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CA803098-9B3B-B766-76E6-119B585ED29F}"/>
                </a:ext>
              </a:extLst>
            </p:cNvPr>
            <p:cNvCxnSpPr>
              <a:cxnSpLocks/>
              <a:stCxn id="377" idx="3"/>
              <a:endCxn id="380" idx="7"/>
            </p:cNvCxnSpPr>
            <p:nvPr/>
          </p:nvCxnSpPr>
          <p:spPr bwMode="gray">
            <a:xfrm flipH="1">
              <a:off x="3784470" y="2753498"/>
              <a:ext cx="58182" cy="6695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E0DA3363-0581-E9EC-A3A5-F3A58099708D}"/>
                </a:ext>
              </a:extLst>
            </p:cNvPr>
            <p:cNvCxnSpPr>
              <a:cxnSpLocks/>
              <a:stCxn id="377" idx="5"/>
            </p:cNvCxnSpPr>
            <p:nvPr/>
          </p:nvCxnSpPr>
          <p:spPr bwMode="gray">
            <a:xfrm>
              <a:off x="3995404" y="2753498"/>
              <a:ext cx="59551" cy="6966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0" name="Oval 379">
              <a:extLst>
                <a:ext uri="{FF2B5EF4-FFF2-40B4-BE49-F238E27FC236}">
                  <a16:creationId xmlns:a16="http://schemas.microsoft.com/office/drawing/2014/main" id="{9AFA5BCB-7B37-3066-DA45-3F304F3DC931}"/>
                </a:ext>
              </a:extLst>
            </p:cNvPr>
            <p:cNvSpPr/>
            <p:nvPr/>
          </p:nvSpPr>
          <p:spPr bwMode="gray">
            <a:xfrm>
              <a:off x="3600082" y="2788813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H</a:t>
              </a:r>
            </a:p>
          </p:txBody>
        </p: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7C45B38D-77BE-7E16-4136-E76B9097A545}"/>
                </a:ext>
              </a:extLst>
            </p:cNvPr>
            <p:cNvCxnSpPr>
              <a:cxnSpLocks/>
              <a:stCxn id="380" idx="3"/>
            </p:cNvCxnSpPr>
            <p:nvPr/>
          </p:nvCxnSpPr>
          <p:spPr bwMode="gray">
            <a:xfrm flipH="1">
              <a:off x="3576043" y="2973201"/>
              <a:ext cx="55675" cy="6966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C5A886E9-B512-EEC4-DEF3-17A074D9DE58}"/>
                </a:ext>
              </a:extLst>
            </p:cNvPr>
            <p:cNvCxnSpPr>
              <a:cxnSpLocks/>
              <a:stCxn id="380" idx="5"/>
            </p:cNvCxnSpPr>
            <p:nvPr/>
          </p:nvCxnSpPr>
          <p:spPr bwMode="gray">
            <a:xfrm>
              <a:off x="3784470" y="2973201"/>
              <a:ext cx="59551" cy="6966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2" name="Group 671">
            <a:extLst>
              <a:ext uri="{FF2B5EF4-FFF2-40B4-BE49-F238E27FC236}">
                <a16:creationId xmlns:a16="http://schemas.microsoft.com/office/drawing/2014/main" id="{63F45BD2-91C1-93FC-ABD9-A0742AC68D97}"/>
              </a:ext>
            </a:extLst>
          </p:cNvPr>
          <p:cNvGrpSpPr/>
          <p:nvPr/>
        </p:nvGrpSpPr>
        <p:grpSpPr>
          <a:xfrm>
            <a:off x="5396557" y="1491630"/>
            <a:ext cx="1016133" cy="713880"/>
            <a:chOff x="5396557" y="1220188"/>
            <a:chExt cx="1016133" cy="713880"/>
          </a:xfrm>
        </p:grpSpPr>
        <p:sp>
          <p:nvSpPr>
            <p:cNvPr id="456" name="Oval 455">
              <a:extLst>
                <a:ext uri="{FF2B5EF4-FFF2-40B4-BE49-F238E27FC236}">
                  <a16:creationId xmlns:a16="http://schemas.microsoft.com/office/drawing/2014/main" id="{DB41C501-7FC8-632E-4117-45C0C2238E69}"/>
                </a:ext>
              </a:extLst>
            </p:cNvPr>
            <p:cNvSpPr/>
            <p:nvPr/>
          </p:nvSpPr>
          <p:spPr bwMode="gray">
            <a:xfrm>
              <a:off x="5918329" y="1220188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E</a:t>
              </a:r>
            </a:p>
          </p:txBody>
        </p:sp>
        <p:cxnSp>
          <p:nvCxnSpPr>
            <p:cNvPr id="457" name="Straight Connector 456">
              <a:extLst>
                <a:ext uri="{FF2B5EF4-FFF2-40B4-BE49-F238E27FC236}">
                  <a16:creationId xmlns:a16="http://schemas.microsoft.com/office/drawing/2014/main" id="{5C5CEEDC-48B0-A5EF-7171-DD6A5DD77D61}"/>
                </a:ext>
              </a:extLst>
            </p:cNvPr>
            <p:cNvCxnSpPr>
              <a:cxnSpLocks/>
              <a:stCxn id="456" idx="3"/>
              <a:endCxn id="459" idx="7"/>
            </p:cNvCxnSpPr>
            <p:nvPr/>
          </p:nvCxnSpPr>
          <p:spPr bwMode="gray">
            <a:xfrm flipH="1">
              <a:off x="5838850" y="1404576"/>
              <a:ext cx="111115" cy="10060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457">
              <a:extLst>
                <a:ext uri="{FF2B5EF4-FFF2-40B4-BE49-F238E27FC236}">
                  <a16:creationId xmlns:a16="http://schemas.microsoft.com/office/drawing/2014/main" id="{2DCD3BA9-CC64-EE47-F0DB-D037A1336251}"/>
                </a:ext>
              </a:extLst>
            </p:cNvPr>
            <p:cNvCxnSpPr>
              <a:cxnSpLocks/>
              <a:stCxn id="456" idx="5"/>
              <a:endCxn id="465" idx="1"/>
            </p:cNvCxnSpPr>
            <p:nvPr/>
          </p:nvCxnSpPr>
          <p:spPr bwMode="gray">
            <a:xfrm>
              <a:off x="6102717" y="1404576"/>
              <a:ext cx="86029" cy="795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9" name="Oval 458">
              <a:extLst>
                <a:ext uri="{FF2B5EF4-FFF2-40B4-BE49-F238E27FC236}">
                  <a16:creationId xmlns:a16="http://schemas.microsoft.com/office/drawing/2014/main" id="{DF8F701F-96C4-02ED-3062-74824EA80622}"/>
                </a:ext>
              </a:extLst>
            </p:cNvPr>
            <p:cNvSpPr/>
            <p:nvPr/>
          </p:nvSpPr>
          <p:spPr bwMode="gray">
            <a:xfrm>
              <a:off x="5654462" y="1473543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C</a:t>
              </a:r>
            </a:p>
          </p:txBody>
        </p:sp>
        <p:cxnSp>
          <p:nvCxnSpPr>
            <p:cNvPr id="460" name="Straight Connector 459">
              <a:extLst>
                <a:ext uri="{FF2B5EF4-FFF2-40B4-BE49-F238E27FC236}">
                  <a16:creationId xmlns:a16="http://schemas.microsoft.com/office/drawing/2014/main" id="{D07CF245-2E94-C076-0F72-048F8DF73FFF}"/>
                </a:ext>
              </a:extLst>
            </p:cNvPr>
            <p:cNvCxnSpPr>
              <a:cxnSpLocks/>
              <a:stCxn id="459" idx="3"/>
              <a:endCxn id="462" idx="7"/>
            </p:cNvCxnSpPr>
            <p:nvPr/>
          </p:nvCxnSpPr>
          <p:spPr bwMode="gray">
            <a:xfrm flipH="1">
              <a:off x="5616453" y="1657931"/>
              <a:ext cx="69645" cy="5513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Straight Connector 460">
              <a:extLst>
                <a:ext uri="{FF2B5EF4-FFF2-40B4-BE49-F238E27FC236}">
                  <a16:creationId xmlns:a16="http://schemas.microsoft.com/office/drawing/2014/main" id="{7E47D4C1-DCEA-8410-7F9A-393A0612EED8}"/>
                </a:ext>
              </a:extLst>
            </p:cNvPr>
            <p:cNvCxnSpPr>
              <a:cxnSpLocks/>
              <a:stCxn id="459" idx="5"/>
            </p:cNvCxnSpPr>
            <p:nvPr/>
          </p:nvCxnSpPr>
          <p:spPr bwMode="gray">
            <a:xfrm>
              <a:off x="5838850" y="1657931"/>
              <a:ext cx="54393" cy="8029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2" name="Oval 461">
              <a:extLst>
                <a:ext uri="{FF2B5EF4-FFF2-40B4-BE49-F238E27FC236}">
                  <a16:creationId xmlns:a16="http://schemas.microsoft.com/office/drawing/2014/main" id="{0A63F15E-8B81-1976-908A-F325109BB413}"/>
                </a:ext>
              </a:extLst>
            </p:cNvPr>
            <p:cNvSpPr/>
            <p:nvPr/>
          </p:nvSpPr>
          <p:spPr bwMode="gray">
            <a:xfrm>
              <a:off x="5432065" y="1681429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463" name="Straight Connector 462">
              <a:extLst>
                <a:ext uri="{FF2B5EF4-FFF2-40B4-BE49-F238E27FC236}">
                  <a16:creationId xmlns:a16="http://schemas.microsoft.com/office/drawing/2014/main" id="{BAEC609C-F1B6-D092-84F6-0896A54FAA77}"/>
                </a:ext>
              </a:extLst>
            </p:cNvPr>
            <p:cNvCxnSpPr>
              <a:cxnSpLocks/>
              <a:stCxn id="462" idx="3"/>
            </p:cNvCxnSpPr>
            <p:nvPr/>
          </p:nvCxnSpPr>
          <p:spPr bwMode="gray">
            <a:xfrm flipH="1">
              <a:off x="5396557" y="1865817"/>
              <a:ext cx="67144" cy="6825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Straight Connector 463">
              <a:extLst>
                <a:ext uri="{FF2B5EF4-FFF2-40B4-BE49-F238E27FC236}">
                  <a16:creationId xmlns:a16="http://schemas.microsoft.com/office/drawing/2014/main" id="{04A40290-77AF-C093-4BAF-F0F461D41E97}"/>
                </a:ext>
              </a:extLst>
            </p:cNvPr>
            <p:cNvCxnSpPr>
              <a:cxnSpLocks/>
              <a:stCxn id="462" idx="5"/>
            </p:cNvCxnSpPr>
            <p:nvPr/>
          </p:nvCxnSpPr>
          <p:spPr bwMode="gray">
            <a:xfrm>
              <a:off x="5616453" y="1865817"/>
              <a:ext cx="48082" cy="6825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5" name="Oval 464">
              <a:extLst>
                <a:ext uri="{FF2B5EF4-FFF2-40B4-BE49-F238E27FC236}">
                  <a16:creationId xmlns:a16="http://schemas.microsoft.com/office/drawing/2014/main" id="{A8B0FEAC-4D64-37E6-385A-459FCB98924B}"/>
                </a:ext>
              </a:extLst>
            </p:cNvPr>
            <p:cNvSpPr/>
            <p:nvPr/>
          </p:nvSpPr>
          <p:spPr bwMode="gray">
            <a:xfrm>
              <a:off x="6157110" y="1452513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S</a:t>
              </a:r>
            </a:p>
          </p:txBody>
        </p:sp>
        <p:cxnSp>
          <p:nvCxnSpPr>
            <p:cNvPr id="466" name="Straight Connector 465">
              <a:extLst>
                <a:ext uri="{FF2B5EF4-FFF2-40B4-BE49-F238E27FC236}">
                  <a16:creationId xmlns:a16="http://schemas.microsoft.com/office/drawing/2014/main" id="{36F20471-7AFE-F1B7-93B8-976864852A1A}"/>
                </a:ext>
              </a:extLst>
            </p:cNvPr>
            <p:cNvCxnSpPr>
              <a:cxnSpLocks/>
              <a:stCxn id="465" idx="3"/>
              <a:endCxn id="468" idx="7"/>
            </p:cNvCxnSpPr>
            <p:nvPr/>
          </p:nvCxnSpPr>
          <p:spPr bwMode="gray">
            <a:xfrm flipH="1">
              <a:off x="6138914" y="1636901"/>
              <a:ext cx="49832" cy="5357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Straight Connector 466">
              <a:extLst>
                <a:ext uri="{FF2B5EF4-FFF2-40B4-BE49-F238E27FC236}">
                  <a16:creationId xmlns:a16="http://schemas.microsoft.com/office/drawing/2014/main" id="{C6E297DD-FD89-F34E-C458-94F7DBD00BE0}"/>
                </a:ext>
              </a:extLst>
            </p:cNvPr>
            <p:cNvCxnSpPr>
              <a:cxnSpLocks/>
              <a:stCxn id="465" idx="5"/>
            </p:cNvCxnSpPr>
            <p:nvPr/>
          </p:nvCxnSpPr>
          <p:spPr bwMode="gray">
            <a:xfrm>
              <a:off x="6341498" y="1636901"/>
              <a:ext cx="71192" cy="795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8" name="Oval 467">
              <a:extLst>
                <a:ext uri="{FF2B5EF4-FFF2-40B4-BE49-F238E27FC236}">
                  <a16:creationId xmlns:a16="http://schemas.microsoft.com/office/drawing/2014/main" id="{FB83099A-5666-5F6B-B3D5-25812CC0C921}"/>
                </a:ext>
              </a:extLst>
            </p:cNvPr>
            <p:cNvSpPr/>
            <p:nvPr/>
          </p:nvSpPr>
          <p:spPr bwMode="gray">
            <a:xfrm>
              <a:off x="5954526" y="1658836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H</a:t>
              </a:r>
            </a:p>
          </p:txBody>
        </p:sp>
        <p:cxnSp>
          <p:nvCxnSpPr>
            <p:cNvPr id="469" name="Straight Connector 468">
              <a:extLst>
                <a:ext uri="{FF2B5EF4-FFF2-40B4-BE49-F238E27FC236}">
                  <a16:creationId xmlns:a16="http://schemas.microsoft.com/office/drawing/2014/main" id="{0C49516F-C708-7B1F-1ABA-7FAE54988D1F}"/>
                </a:ext>
              </a:extLst>
            </p:cNvPr>
            <p:cNvCxnSpPr>
              <a:cxnSpLocks/>
              <a:stCxn id="468" idx="3"/>
            </p:cNvCxnSpPr>
            <p:nvPr/>
          </p:nvCxnSpPr>
          <p:spPr bwMode="gray">
            <a:xfrm flipH="1">
              <a:off x="5930487" y="1843224"/>
              <a:ext cx="55675" cy="6966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Straight Connector 469">
              <a:extLst>
                <a:ext uri="{FF2B5EF4-FFF2-40B4-BE49-F238E27FC236}">
                  <a16:creationId xmlns:a16="http://schemas.microsoft.com/office/drawing/2014/main" id="{7DADC3B2-DA5E-E4DE-A336-0E005FAF4DDD}"/>
                </a:ext>
              </a:extLst>
            </p:cNvPr>
            <p:cNvCxnSpPr>
              <a:cxnSpLocks/>
              <a:stCxn id="468" idx="5"/>
            </p:cNvCxnSpPr>
            <p:nvPr/>
          </p:nvCxnSpPr>
          <p:spPr bwMode="gray">
            <a:xfrm>
              <a:off x="6138914" y="1843224"/>
              <a:ext cx="49832" cy="795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0" name="Down Arrow 539">
            <a:extLst>
              <a:ext uri="{FF2B5EF4-FFF2-40B4-BE49-F238E27FC236}">
                <a16:creationId xmlns:a16="http://schemas.microsoft.com/office/drawing/2014/main" id="{362B5188-E71F-D8D5-551F-A9B7C25D6086}"/>
              </a:ext>
            </a:extLst>
          </p:cNvPr>
          <p:cNvSpPr/>
          <p:nvPr/>
        </p:nvSpPr>
        <p:spPr bwMode="gray">
          <a:xfrm rot="5400000">
            <a:off x="2209454" y="2969153"/>
            <a:ext cx="303322" cy="41825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grpSp>
        <p:nvGrpSpPr>
          <p:cNvPr id="673" name="Group 672">
            <a:extLst>
              <a:ext uri="{FF2B5EF4-FFF2-40B4-BE49-F238E27FC236}">
                <a16:creationId xmlns:a16="http://schemas.microsoft.com/office/drawing/2014/main" id="{F35FAF50-9894-4391-6D48-8094A2BDF2C6}"/>
              </a:ext>
            </a:extLst>
          </p:cNvPr>
          <p:cNvGrpSpPr/>
          <p:nvPr/>
        </p:nvGrpSpPr>
        <p:grpSpPr>
          <a:xfrm>
            <a:off x="5396557" y="2715766"/>
            <a:ext cx="1016133" cy="925029"/>
            <a:chOff x="5396557" y="2202594"/>
            <a:chExt cx="1016133" cy="925029"/>
          </a:xfrm>
        </p:grpSpPr>
        <p:sp>
          <p:nvSpPr>
            <p:cNvPr id="577" name="Oval 576">
              <a:extLst>
                <a:ext uri="{FF2B5EF4-FFF2-40B4-BE49-F238E27FC236}">
                  <a16:creationId xmlns:a16="http://schemas.microsoft.com/office/drawing/2014/main" id="{ABD42615-D9F8-E95F-EB40-E266167ED714}"/>
                </a:ext>
              </a:extLst>
            </p:cNvPr>
            <p:cNvSpPr/>
            <p:nvPr/>
          </p:nvSpPr>
          <p:spPr bwMode="gray">
            <a:xfrm>
              <a:off x="5918329" y="2202594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E</a:t>
              </a:r>
            </a:p>
          </p:txBody>
        </p:sp>
        <p:cxnSp>
          <p:nvCxnSpPr>
            <p:cNvPr id="578" name="Straight Connector 577">
              <a:extLst>
                <a:ext uri="{FF2B5EF4-FFF2-40B4-BE49-F238E27FC236}">
                  <a16:creationId xmlns:a16="http://schemas.microsoft.com/office/drawing/2014/main" id="{8AC6C430-7C3D-106E-D034-1F66F77209ED}"/>
                </a:ext>
              </a:extLst>
            </p:cNvPr>
            <p:cNvCxnSpPr>
              <a:cxnSpLocks/>
              <a:stCxn id="577" idx="3"/>
              <a:endCxn id="580" idx="7"/>
            </p:cNvCxnSpPr>
            <p:nvPr/>
          </p:nvCxnSpPr>
          <p:spPr bwMode="gray">
            <a:xfrm flipH="1">
              <a:off x="5838850" y="2386982"/>
              <a:ext cx="111115" cy="10060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Straight Connector 578">
              <a:extLst>
                <a:ext uri="{FF2B5EF4-FFF2-40B4-BE49-F238E27FC236}">
                  <a16:creationId xmlns:a16="http://schemas.microsoft.com/office/drawing/2014/main" id="{D5609E59-E542-A469-A2C5-8B586171714A}"/>
                </a:ext>
              </a:extLst>
            </p:cNvPr>
            <p:cNvCxnSpPr>
              <a:cxnSpLocks/>
              <a:stCxn id="577" idx="5"/>
              <a:endCxn id="586" idx="1"/>
            </p:cNvCxnSpPr>
            <p:nvPr/>
          </p:nvCxnSpPr>
          <p:spPr bwMode="gray">
            <a:xfrm>
              <a:off x="6102717" y="2386982"/>
              <a:ext cx="86029" cy="795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0" name="Oval 579">
              <a:extLst>
                <a:ext uri="{FF2B5EF4-FFF2-40B4-BE49-F238E27FC236}">
                  <a16:creationId xmlns:a16="http://schemas.microsoft.com/office/drawing/2014/main" id="{327782C3-91B8-A2D3-E089-7FDE0B8E8E7C}"/>
                </a:ext>
              </a:extLst>
            </p:cNvPr>
            <p:cNvSpPr/>
            <p:nvPr/>
          </p:nvSpPr>
          <p:spPr bwMode="gray">
            <a:xfrm>
              <a:off x="5654462" y="2455949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C</a:t>
              </a:r>
            </a:p>
          </p:txBody>
        </p:sp>
        <p:cxnSp>
          <p:nvCxnSpPr>
            <p:cNvPr id="581" name="Straight Connector 580">
              <a:extLst>
                <a:ext uri="{FF2B5EF4-FFF2-40B4-BE49-F238E27FC236}">
                  <a16:creationId xmlns:a16="http://schemas.microsoft.com/office/drawing/2014/main" id="{33B6DB6F-1D7E-2644-2633-0D928EA27AB1}"/>
                </a:ext>
              </a:extLst>
            </p:cNvPr>
            <p:cNvCxnSpPr>
              <a:cxnSpLocks/>
              <a:stCxn id="580" idx="3"/>
              <a:endCxn id="583" idx="7"/>
            </p:cNvCxnSpPr>
            <p:nvPr/>
          </p:nvCxnSpPr>
          <p:spPr bwMode="gray">
            <a:xfrm flipH="1">
              <a:off x="5616453" y="2640337"/>
              <a:ext cx="69645" cy="5513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Straight Connector 581">
              <a:extLst>
                <a:ext uri="{FF2B5EF4-FFF2-40B4-BE49-F238E27FC236}">
                  <a16:creationId xmlns:a16="http://schemas.microsoft.com/office/drawing/2014/main" id="{4C80CCC9-BEB9-FB63-F3F1-82004A9BEDA7}"/>
                </a:ext>
              </a:extLst>
            </p:cNvPr>
            <p:cNvCxnSpPr>
              <a:cxnSpLocks/>
              <a:stCxn id="580" idx="5"/>
            </p:cNvCxnSpPr>
            <p:nvPr/>
          </p:nvCxnSpPr>
          <p:spPr bwMode="gray">
            <a:xfrm>
              <a:off x="5838850" y="2640337"/>
              <a:ext cx="54393" cy="8029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3" name="Oval 582">
              <a:extLst>
                <a:ext uri="{FF2B5EF4-FFF2-40B4-BE49-F238E27FC236}">
                  <a16:creationId xmlns:a16="http://schemas.microsoft.com/office/drawing/2014/main" id="{1CB5F4DA-DA79-20DC-2D08-8BB18D3E2EE6}"/>
                </a:ext>
              </a:extLst>
            </p:cNvPr>
            <p:cNvSpPr/>
            <p:nvPr/>
          </p:nvSpPr>
          <p:spPr bwMode="gray">
            <a:xfrm>
              <a:off x="5432065" y="2663835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584" name="Straight Connector 583">
              <a:extLst>
                <a:ext uri="{FF2B5EF4-FFF2-40B4-BE49-F238E27FC236}">
                  <a16:creationId xmlns:a16="http://schemas.microsoft.com/office/drawing/2014/main" id="{6A6753BD-2F12-461D-47C4-EC84B100139B}"/>
                </a:ext>
              </a:extLst>
            </p:cNvPr>
            <p:cNvCxnSpPr>
              <a:cxnSpLocks/>
              <a:stCxn id="583" idx="3"/>
            </p:cNvCxnSpPr>
            <p:nvPr/>
          </p:nvCxnSpPr>
          <p:spPr bwMode="gray">
            <a:xfrm flipH="1">
              <a:off x="5396557" y="2848223"/>
              <a:ext cx="67144" cy="6825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Straight Connector 584">
              <a:extLst>
                <a:ext uri="{FF2B5EF4-FFF2-40B4-BE49-F238E27FC236}">
                  <a16:creationId xmlns:a16="http://schemas.microsoft.com/office/drawing/2014/main" id="{EB155EFF-B4AF-E863-65C7-10FA41116ACA}"/>
                </a:ext>
              </a:extLst>
            </p:cNvPr>
            <p:cNvCxnSpPr>
              <a:cxnSpLocks/>
              <a:stCxn id="583" idx="5"/>
            </p:cNvCxnSpPr>
            <p:nvPr/>
          </p:nvCxnSpPr>
          <p:spPr bwMode="gray">
            <a:xfrm>
              <a:off x="5616453" y="2848223"/>
              <a:ext cx="48082" cy="6825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6" name="Oval 585">
              <a:extLst>
                <a:ext uri="{FF2B5EF4-FFF2-40B4-BE49-F238E27FC236}">
                  <a16:creationId xmlns:a16="http://schemas.microsoft.com/office/drawing/2014/main" id="{6A93BDEA-A2A2-3926-EA5D-B6420F4E76C4}"/>
                </a:ext>
              </a:extLst>
            </p:cNvPr>
            <p:cNvSpPr/>
            <p:nvPr/>
          </p:nvSpPr>
          <p:spPr bwMode="gray">
            <a:xfrm>
              <a:off x="6157110" y="2434919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S</a:t>
              </a:r>
            </a:p>
          </p:txBody>
        </p:sp>
        <p:cxnSp>
          <p:nvCxnSpPr>
            <p:cNvPr id="587" name="Straight Connector 586">
              <a:extLst>
                <a:ext uri="{FF2B5EF4-FFF2-40B4-BE49-F238E27FC236}">
                  <a16:creationId xmlns:a16="http://schemas.microsoft.com/office/drawing/2014/main" id="{D0898B88-5E93-1565-7F1F-7A12735D6EEA}"/>
                </a:ext>
              </a:extLst>
            </p:cNvPr>
            <p:cNvCxnSpPr>
              <a:cxnSpLocks/>
              <a:stCxn id="586" idx="3"/>
              <a:endCxn id="589" idx="7"/>
            </p:cNvCxnSpPr>
            <p:nvPr/>
          </p:nvCxnSpPr>
          <p:spPr bwMode="gray">
            <a:xfrm flipH="1">
              <a:off x="6138914" y="2619307"/>
              <a:ext cx="49832" cy="5357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Straight Connector 587">
              <a:extLst>
                <a:ext uri="{FF2B5EF4-FFF2-40B4-BE49-F238E27FC236}">
                  <a16:creationId xmlns:a16="http://schemas.microsoft.com/office/drawing/2014/main" id="{2E49C1F2-3C24-3AEA-6219-92A725E07817}"/>
                </a:ext>
              </a:extLst>
            </p:cNvPr>
            <p:cNvCxnSpPr>
              <a:cxnSpLocks/>
              <a:stCxn id="586" idx="5"/>
            </p:cNvCxnSpPr>
            <p:nvPr/>
          </p:nvCxnSpPr>
          <p:spPr bwMode="gray">
            <a:xfrm>
              <a:off x="6341498" y="2619307"/>
              <a:ext cx="71192" cy="795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9" name="Oval 588">
              <a:extLst>
                <a:ext uri="{FF2B5EF4-FFF2-40B4-BE49-F238E27FC236}">
                  <a16:creationId xmlns:a16="http://schemas.microsoft.com/office/drawing/2014/main" id="{36947ED6-54AA-273C-9E24-7CF5C8806EA9}"/>
                </a:ext>
              </a:extLst>
            </p:cNvPr>
            <p:cNvSpPr/>
            <p:nvPr/>
          </p:nvSpPr>
          <p:spPr bwMode="gray">
            <a:xfrm>
              <a:off x="5954526" y="264124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H</a:t>
              </a:r>
            </a:p>
          </p:txBody>
        </p:sp>
        <p:cxnSp>
          <p:nvCxnSpPr>
            <p:cNvPr id="590" name="Straight Connector 589">
              <a:extLst>
                <a:ext uri="{FF2B5EF4-FFF2-40B4-BE49-F238E27FC236}">
                  <a16:creationId xmlns:a16="http://schemas.microsoft.com/office/drawing/2014/main" id="{9F863031-9702-6F0D-57B6-8F63022C540A}"/>
                </a:ext>
              </a:extLst>
            </p:cNvPr>
            <p:cNvCxnSpPr>
              <a:cxnSpLocks/>
              <a:stCxn id="589" idx="3"/>
            </p:cNvCxnSpPr>
            <p:nvPr/>
          </p:nvCxnSpPr>
          <p:spPr bwMode="gray">
            <a:xfrm flipH="1">
              <a:off x="5930487" y="2825630"/>
              <a:ext cx="55675" cy="6966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Straight Connector 590">
              <a:extLst>
                <a:ext uri="{FF2B5EF4-FFF2-40B4-BE49-F238E27FC236}">
                  <a16:creationId xmlns:a16="http://schemas.microsoft.com/office/drawing/2014/main" id="{491653A8-DDB8-1DBE-751E-DCD632832014}"/>
                </a:ext>
              </a:extLst>
            </p:cNvPr>
            <p:cNvCxnSpPr>
              <a:cxnSpLocks/>
              <a:stCxn id="589" idx="5"/>
              <a:endCxn id="592" idx="1"/>
            </p:cNvCxnSpPr>
            <p:nvPr/>
          </p:nvCxnSpPr>
          <p:spPr bwMode="gray">
            <a:xfrm>
              <a:off x="6138914" y="2825630"/>
              <a:ext cx="49832" cy="79573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2" name="Oval 591">
              <a:extLst>
                <a:ext uri="{FF2B5EF4-FFF2-40B4-BE49-F238E27FC236}">
                  <a16:creationId xmlns:a16="http://schemas.microsoft.com/office/drawing/2014/main" id="{7666179F-4A19-9930-3C20-AAD59BE74BE1}"/>
                </a:ext>
              </a:extLst>
            </p:cNvPr>
            <p:cNvSpPr/>
            <p:nvPr/>
          </p:nvSpPr>
          <p:spPr bwMode="gray">
            <a:xfrm>
              <a:off x="6157110" y="2873567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R</a:t>
              </a:r>
            </a:p>
          </p:txBody>
        </p:sp>
        <p:cxnSp>
          <p:nvCxnSpPr>
            <p:cNvPr id="593" name="Straight Connector 592">
              <a:extLst>
                <a:ext uri="{FF2B5EF4-FFF2-40B4-BE49-F238E27FC236}">
                  <a16:creationId xmlns:a16="http://schemas.microsoft.com/office/drawing/2014/main" id="{B28303BC-71AC-454F-CF20-59D418EF1A5C}"/>
                </a:ext>
              </a:extLst>
            </p:cNvPr>
            <p:cNvCxnSpPr>
              <a:cxnSpLocks/>
              <a:stCxn id="592" idx="3"/>
            </p:cNvCxnSpPr>
            <p:nvPr/>
          </p:nvCxnSpPr>
          <p:spPr bwMode="gray">
            <a:xfrm flipH="1">
              <a:off x="6133071" y="3057955"/>
              <a:ext cx="55675" cy="6966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Connector 593">
              <a:extLst>
                <a:ext uri="{FF2B5EF4-FFF2-40B4-BE49-F238E27FC236}">
                  <a16:creationId xmlns:a16="http://schemas.microsoft.com/office/drawing/2014/main" id="{4EEABD3B-B6FD-83D2-837C-D07974450FC8}"/>
                </a:ext>
              </a:extLst>
            </p:cNvPr>
            <p:cNvCxnSpPr>
              <a:cxnSpLocks/>
              <a:stCxn id="592" idx="5"/>
            </p:cNvCxnSpPr>
            <p:nvPr/>
          </p:nvCxnSpPr>
          <p:spPr bwMode="gray">
            <a:xfrm>
              <a:off x="6341498" y="3057955"/>
              <a:ext cx="59551" cy="6966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5" name="TextBox 594">
            <a:extLst>
              <a:ext uri="{FF2B5EF4-FFF2-40B4-BE49-F238E27FC236}">
                <a16:creationId xmlns:a16="http://schemas.microsoft.com/office/drawing/2014/main" id="{38E5DC0F-1BE2-1A65-F7EA-FF2DC5549330}"/>
              </a:ext>
            </a:extLst>
          </p:cNvPr>
          <p:cNvSpPr txBox="1"/>
          <p:nvPr/>
        </p:nvSpPr>
        <p:spPr bwMode="gray">
          <a:xfrm>
            <a:off x="-93473" y="275539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US" sz="1200" dirty="0" err="1"/>
          </a:p>
        </p:txBody>
      </p:sp>
      <p:grpSp>
        <p:nvGrpSpPr>
          <p:cNvPr id="670" name="Group 669">
            <a:extLst>
              <a:ext uri="{FF2B5EF4-FFF2-40B4-BE49-F238E27FC236}">
                <a16:creationId xmlns:a16="http://schemas.microsoft.com/office/drawing/2014/main" id="{363C6DE2-C455-2C69-20B5-0F9BAE628195}"/>
              </a:ext>
            </a:extLst>
          </p:cNvPr>
          <p:cNvGrpSpPr/>
          <p:nvPr/>
        </p:nvGrpSpPr>
        <p:grpSpPr>
          <a:xfrm>
            <a:off x="613875" y="1491630"/>
            <a:ext cx="1016133" cy="713880"/>
            <a:chOff x="491174" y="1208533"/>
            <a:chExt cx="1016133" cy="713880"/>
          </a:xfrm>
        </p:grpSpPr>
        <p:sp>
          <p:nvSpPr>
            <p:cNvPr id="597" name="Oval 596">
              <a:extLst>
                <a:ext uri="{FF2B5EF4-FFF2-40B4-BE49-F238E27FC236}">
                  <a16:creationId xmlns:a16="http://schemas.microsoft.com/office/drawing/2014/main" id="{084DB117-ACB9-9D64-C4E1-93536744AFBC}"/>
                </a:ext>
              </a:extLst>
            </p:cNvPr>
            <p:cNvSpPr/>
            <p:nvPr/>
          </p:nvSpPr>
          <p:spPr bwMode="gray">
            <a:xfrm>
              <a:off x="1012946" y="1208533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E</a:t>
              </a:r>
            </a:p>
          </p:txBody>
        </p:sp>
        <p:cxnSp>
          <p:nvCxnSpPr>
            <p:cNvPr id="598" name="Straight Connector 597">
              <a:extLst>
                <a:ext uri="{FF2B5EF4-FFF2-40B4-BE49-F238E27FC236}">
                  <a16:creationId xmlns:a16="http://schemas.microsoft.com/office/drawing/2014/main" id="{3C70CFB3-14BC-7F70-90A9-CCD215A42CC1}"/>
                </a:ext>
              </a:extLst>
            </p:cNvPr>
            <p:cNvCxnSpPr>
              <a:cxnSpLocks/>
              <a:stCxn id="597" idx="3"/>
              <a:endCxn id="600" idx="7"/>
            </p:cNvCxnSpPr>
            <p:nvPr/>
          </p:nvCxnSpPr>
          <p:spPr bwMode="gray">
            <a:xfrm flipH="1">
              <a:off x="933467" y="1392921"/>
              <a:ext cx="111115" cy="10060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" name="Straight Connector 598">
              <a:extLst>
                <a:ext uri="{FF2B5EF4-FFF2-40B4-BE49-F238E27FC236}">
                  <a16:creationId xmlns:a16="http://schemas.microsoft.com/office/drawing/2014/main" id="{E13C3B2B-57AA-B0AF-433D-B13DD1D30F54}"/>
                </a:ext>
              </a:extLst>
            </p:cNvPr>
            <p:cNvCxnSpPr>
              <a:cxnSpLocks/>
              <a:stCxn id="597" idx="5"/>
              <a:endCxn id="606" idx="1"/>
            </p:cNvCxnSpPr>
            <p:nvPr/>
          </p:nvCxnSpPr>
          <p:spPr bwMode="gray">
            <a:xfrm>
              <a:off x="1197334" y="1392921"/>
              <a:ext cx="86029" cy="795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0" name="Oval 599">
              <a:extLst>
                <a:ext uri="{FF2B5EF4-FFF2-40B4-BE49-F238E27FC236}">
                  <a16:creationId xmlns:a16="http://schemas.microsoft.com/office/drawing/2014/main" id="{F672DC4D-941C-E2FC-BB02-59451284A31C}"/>
                </a:ext>
              </a:extLst>
            </p:cNvPr>
            <p:cNvSpPr/>
            <p:nvPr/>
          </p:nvSpPr>
          <p:spPr bwMode="gray">
            <a:xfrm>
              <a:off x="749079" y="1461888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C</a:t>
              </a:r>
            </a:p>
          </p:txBody>
        </p:sp>
        <p:cxnSp>
          <p:nvCxnSpPr>
            <p:cNvPr id="601" name="Straight Connector 600">
              <a:extLst>
                <a:ext uri="{FF2B5EF4-FFF2-40B4-BE49-F238E27FC236}">
                  <a16:creationId xmlns:a16="http://schemas.microsoft.com/office/drawing/2014/main" id="{D5D9A321-D28F-ED03-F954-3C3651650BCD}"/>
                </a:ext>
              </a:extLst>
            </p:cNvPr>
            <p:cNvCxnSpPr>
              <a:cxnSpLocks/>
              <a:stCxn id="600" idx="3"/>
              <a:endCxn id="603" idx="7"/>
            </p:cNvCxnSpPr>
            <p:nvPr/>
          </p:nvCxnSpPr>
          <p:spPr bwMode="gray">
            <a:xfrm flipH="1">
              <a:off x="711070" y="1646276"/>
              <a:ext cx="69645" cy="5513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2" name="Straight Connector 601">
              <a:extLst>
                <a:ext uri="{FF2B5EF4-FFF2-40B4-BE49-F238E27FC236}">
                  <a16:creationId xmlns:a16="http://schemas.microsoft.com/office/drawing/2014/main" id="{7ED995E8-7A1D-694D-B43D-C7EEACD4AFF4}"/>
                </a:ext>
              </a:extLst>
            </p:cNvPr>
            <p:cNvCxnSpPr>
              <a:cxnSpLocks/>
              <a:stCxn id="600" idx="5"/>
            </p:cNvCxnSpPr>
            <p:nvPr/>
          </p:nvCxnSpPr>
          <p:spPr bwMode="gray">
            <a:xfrm>
              <a:off x="933467" y="1646276"/>
              <a:ext cx="54393" cy="8029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3" name="Oval 602">
              <a:extLst>
                <a:ext uri="{FF2B5EF4-FFF2-40B4-BE49-F238E27FC236}">
                  <a16:creationId xmlns:a16="http://schemas.microsoft.com/office/drawing/2014/main" id="{DE682A13-520A-83CE-1ADA-DB9C99528206}"/>
                </a:ext>
              </a:extLst>
            </p:cNvPr>
            <p:cNvSpPr/>
            <p:nvPr/>
          </p:nvSpPr>
          <p:spPr bwMode="gray">
            <a:xfrm>
              <a:off x="526682" y="1669774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604" name="Straight Connector 603">
              <a:extLst>
                <a:ext uri="{FF2B5EF4-FFF2-40B4-BE49-F238E27FC236}">
                  <a16:creationId xmlns:a16="http://schemas.microsoft.com/office/drawing/2014/main" id="{B086223D-AE08-1469-B13A-A6F02A4EA178}"/>
                </a:ext>
              </a:extLst>
            </p:cNvPr>
            <p:cNvCxnSpPr>
              <a:cxnSpLocks/>
              <a:stCxn id="603" idx="3"/>
            </p:cNvCxnSpPr>
            <p:nvPr/>
          </p:nvCxnSpPr>
          <p:spPr bwMode="gray">
            <a:xfrm flipH="1">
              <a:off x="491174" y="1854162"/>
              <a:ext cx="67144" cy="6825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Straight Connector 604">
              <a:extLst>
                <a:ext uri="{FF2B5EF4-FFF2-40B4-BE49-F238E27FC236}">
                  <a16:creationId xmlns:a16="http://schemas.microsoft.com/office/drawing/2014/main" id="{5007D27C-B98E-5605-62F0-E568F017EA92}"/>
                </a:ext>
              </a:extLst>
            </p:cNvPr>
            <p:cNvCxnSpPr>
              <a:cxnSpLocks/>
              <a:stCxn id="603" idx="5"/>
            </p:cNvCxnSpPr>
            <p:nvPr/>
          </p:nvCxnSpPr>
          <p:spPr bwMode="gray">
            <a:xfrm>
              <a:off x="711070" y="1854162"/>
              <a:ext cx="48082" cy="6825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6" name="Oval 605">
              <a:extLst>
                <a:ext uri="{FF2B5EF4-FFF2-40B4-BE49-F238E27FC236}">
                  <a16:creationId xmlns:a16="http://schemas.microsoft.com/office/drawing/2014/main" id="{76E77643-7ED4-AD0D-7561-F4E88D6C8D6E}"/>
                </a:ext>
              </a:extLst>
            </p:cNvPr>
            <p:cNvSpPr/>
            <p:nvPr/>
          </p:nvSpPr>
          <p:spPr bwMode="gray">
            <a:xfrm>
              <a:off x="1251727" y="1440858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R</a:t>
              </a:r>
            </a:p>
          </p:txBody>
        </p:sp>
        <p:cxnSp>
          <p:nvCxnSpPr>
            <p:cNvPr id="607" name="Straight Connector 606">
              <a:extLst>
                <a:ext uri="{FF2B5EF4-FFF2-40B4-BE49-F238E27FC236}">
                  <a16:creationId xmlns:a16="http://schemas.microsoft.com/office/drawing/2014/main" id="{0A2959F5-FF3F-9CDA-CB04-2DC55AC56007}"/>
                </a:ext>
              </a:extLst>
            </p:cNvPr>
            <p:cNvCxnSpPr>
              <a:cxnSpLocks/>
              <a:stCxn id="606" idx="3"/>
              <a:endCxn id="609" idx="7"/>
            </p:cNvCxnSpPr>
            <p:nvPr/>
          </p:nvCxnSpPr>
          <p:spPr bwMode="gray">
            <a:xfrm flipH="1">
              <a:off x="1233531" y="1625246"/>
              <a:ext cx="49832" cy="5357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" name="Straight Connector 607">
              <a:extLst>
                <a:ext uri="{FF2B5EF4-FFF2-40B4-BE49-F238E27FC236}">
                  <a16:creationId xmlns:a16="http://schemas.microsoft.com/office/drawing/2014/main" id="{847EE59E-941C-97EA-B73C-51C2C1DFEE51}"/>
                </a:ext>
              </a:extLst>
            </p:cNvPr>
            <p:cNvCxnSpPr>
              <a:cxnSpLocks/>
              <a:stCxn id="606" idx="5"/>
            </p:cNvCxnSpPr>
            <p:nvPr/>
          </p:nvCxnSpPr>
          <p:spPr bwMode="gray">
            <a:xfrm>
              <a:off x="1436115" y="1625246"/>
              <a:ext cx="71192" cy="795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9" name="Oval 608">
              <a:extLst>
                <a:ext uri="{FF2B5EF4-FFF2-40B4-BE49-F238E27FC236}">
                  <a16:creationId xmlns:a16="http://schemas.microsoft.com/office/drawing/2014/main" id="{FACA4FBB-8020-46A6-E934-EF5740873E16}"/>
                </a:ext>
              </a:extLst>
            </p:cNvPr>
            <p:cNvSpPr/>
            <p:nvPr/>
          </p:nvSpPr>
          <p:spPr bwMode="gray">
            <a:xfrm>
              <a:off x="1049143" y="1647181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H</a:t>
              </a:r>
            </a:p>
          </p:txBody>
        </p:sp>
        <p:cxnSp>
          <p:nvCxnSpPr>
            <p:cNvPr id="610" name="Straight Connector 609">
              <a:extLst>
                <a:ext uri="{FF2B5EF4-FFF2-40B4-BE49-F238E27FC236}">
                  <a16:creationId xmlns:a16="http://schemas.microsoft.com/office/drawing/2014/main" id="{6A661AC0-C9CB-4F2B-8C72-F2D09A620223}"/>
                </a:ext>
              </a:extLst>
            </p:cNvPr>
            <p:cNvCxnSpPr>
              <a:cxnSpLocks/>
              <a:stCxn id="609" idx="3"/>
            </p:cNvCxnSpPr>
            <p:nvPr/>
          </p:nvCxnSpPr>
          <p:spPr bwMode="gray">
            <a:xfrm flipH="1">
              <a:off x="1025104" y="1831569"/>
              <a:ext cx="55675" cy="6966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1" name="Straight Connector 610">
              <a:extLst>
                <a:ext uri="{FF2B5EF4-FFF2-40B4-BE49-F238E27FC236}">
                  <a16:creationId xmlns:a16="http://schemas.microsoft.com/office/drawing/2014/main" id="{4245AE24-8979-AD3D-AE1B-3AE554D8D83B}"/>
                </a:ext>
              </a:extLst>
            </p:cNvPr>
            <p:cNvCxnSpPr>
              <a:cxnSpLocks/>
              <a:stCxn id="609" idx="5"/>
            </p:cNvCxnSpPr>
            <p:nvPr/>
          </p:nvCxnSpPr>
          <p:spPr bwMode="gray">
            <a:xfrm>
              <a:off x="1233531" y="1831569"/>
              <a:ext cx="49832" cy="795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5" name="Group 674">
            <a:extLst>
              <a:ext uri="{FF2B5EF4-FFF2-40B4-BE49-F238E27FC236}">
                <a16:creationId xmlns:a16="http://schemas.microsoft.com/office/drawing/2014/main" id="{9ECF9A07-4575-656B-D16D-51B43699F73E}"/>
              </a:ext>
            </a:extLst>
          </p:cNvPr>
          <p:cNvGrpSpPr/>
          <p:nvPr/>
        </p:nvGrpSpPr>
        <p:grpSpPr>
          <a:xfrm>
            <a:off x="512542" y="2821340"/>
            <a:ext cx="1218798" cy="713880"/>
            <a:chOff x="533910" y="2250687"/>
            <a:chExt cx="1218798" cy="713880"/>
          </a:xfrm>
        </p:grpSpPr>
        <p:sp>
          <p:nvSpPr>
            <p:cNvPr id="612" name="Oval 611">
              <a:extLst>
                <a:ext uri="{FF2B5EF4-FFF2-40B4-BE49-F238E27FC236}">
                  <a16:creationId xmlns:a16="http://schemas.microsoft.com/office/drawing/2014/main" id="{52E075AA-4041-75CB-B9B0-867BADF00453}"/>
                </a:ext>
              </a:extLst>
            </p:cNvPr>
            <p:cNvSpPr/>
            <p:nvPr/>
          </p:nvSpPr>
          <p:spPr bwMode="gray">
            <a:xfrm>
              <a:off x="1055682" y="2250687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E</a:t>
              </a:r>
            </a:p>
          </p:txBody>
        </p:sp>
        <p:cxnSp>
          <p:nvCxnSpPr>
            <p:cNvPr id="613" name="Straight Connector 612">
              <a:extLst>
                <a:ext uri="{FF2B5EF4-FFF2-40B4-BE49-F238E27FC236}">
                  <a16:creationId xmlns:a16="http://schemas.microsoft.com/office/drawing/2014/main" id="{E967AECB-E652-31D8-6B92-0674BD1A9A21}"/>
                </a:ext>
              </a:extLst>
            </p:cNvPr>
            <p:cNvCxnSpPr>
              <a:cxnSpLocks/>
              <a:stCxn id="612" idx="3"/>
              <a:endCxn id="615" idx="7"/>
            </p:cNvCxnSpPr>
            <p:nvPr/>
          </p:nvCxnSpPr>
          <p:spPr bwMode="gray">
            <a:xfrm flipH="1">
              <a:off x="976203" y="2435075"/>
              <a:ext cx="111115" cy="10060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Straight Connector 613">
              <a:extLst>
                <a:ext uri="{FF2B5EF4-FFF2-40B4-BE49-F238E27FC236}">
                  <a16:creationId xmlns:a16="http://schemas.microsoft.com/office/drawing/2014/main" id="{4ADD757E-E390-2B3B-5637-B6A4C36902F6}"/>
                </a:ext>
              </a:extLst>
            </p:cNvPr>
            <p:cNvCxnSpPr>
              <a:cxnSpLocks/>
              <a:stCxn id="612" idx="5"/>
              <a:endCxn id="621" idx="1"/>
            </p:cNvCxnSpPr>
            <p:nvPr/>
          </p:nvCxnSpPr>
          <p:spPr bwMode="gray">
            <a:xfrm>
              <a:off x="1240070" y="2435075"/>
              <a:ext cx="86029" cy="795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5" name="Oval 614">
              <a:extLst>
                <a:ext uri="{FF2B5EF4-FFF2-40B4-BE49-F238E27FC236}">
                  <a16:creationId xmlns:a16="http://schemas.microsoft.com/office/drawing/2014/main" id="{153EBB31-FF10-EB21-1098-1BF1B9D0B931}"/>
                </a:ext>
              </a:extLst>
            </p:cNvPr>
            <p:cNvSpPr/>
            <p:nvPr/>
          </p:nvSpPr>
          <p:spPr bwMode="gray">
            <a:xfrm>
              <a:off x="791815" y="250404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C</a:t>
              </a:r>
            </a:p>
          </p:txBody>
        </p:sp>
        <p:cxnSp>
          <p:nvCxnSpPr>
            <p:cNvPr id="616" name="Straight Connector 615">
              <a:extLst>
                <a:ext uri="{FF2B5EF4-FFF2-40B4-BE49-F238E27FC236}">
                  <a16:creationId xmlns:a16="http://schemas.microsoft.com/office/drawing/2014/main" id="{D3D74E5F-83F1-6952-38E2-104AF89CBE56}"/>
                </a:ext>
              </a:extLst>
            </p:cNvPr>
            <p:cNvCxnSpPr>
              <a:cxnSpLocks/>
              <a:stCxn id="615" idx="3"/>
              <a:endCxn id="618" idx="7"/>
            </p:cNvCxnSpPr>
            <p:nvPr/>
          </p:nvCxnSpPr>
          <p:spPr bwMode="gray">
            <a:xfrm flipH="1">
              <a:off x="753806" y="2688430"/>
              <a:ext cx="69645" cy="5513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7" name="Straight Connector 616">
              <a:extLst>
                <a:ext uri="{FF2B5EF4-FFF2-40B4-BE49-F238E27FC236}">
                  <a16:creationId xmlns:a16="http://schemas.microsoft.com/office/drawing/2014/main" id="{AFBB2294-8153-159E-C809-70D7F81BA4A3}"/>
                </a:ext>
              </a:extLst>
            </p:cNvPr>
            <p:cNvCxnSpPr>
              <a:cxnSpLocks/>
              <a:stCxn id="615" idx="5"/>
            </p:cNvCxnSpPr>
            <p:nvPr/>
          </p:nvCxnSpPr>
          <p:spPr bwMode="gray">
            <a:xfrm>
              <a:off x="976203" y="2688430"/>
              <a:ext cx="54393" cy="8029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8" name="Oval 617">
              <a:extLst>
                <a:ext uri="{FF2B5EF4-FFF2-40B4-BE49-F238E27FC236}">
                  <a16:creationId xmlns:a16="http://schemas.microsoft.com/office/drawing/2014/main" id="{8DD963CF-5D2A-B11D-986B-7A0055A270DD}"/>
                </a:ext>
              </a:extLst>
            </p:cNvPr>
            <p:cNvSpPr/>
            <p:nvPr/>
          </p:nvSpPr>
          <p:spPr bwMode="gray">
            <a:xfrm>
              <a:off x="569418" y="2711928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619" name="Straight Connector 618">
              <a:extLst>
                <a:ext uri="{FF2B5EF4-FFF2-40B4-BE49-F238E27FC236}">
                  <a16:creationId xmlns:a16="http://schemas.microsoft.com/office/drawing/2014/main" id="{43EA49B6-0B8D-2BD1-360B-903577A9D74B}"/>
                </a:ext>
              </a:extLst>
            </p:cNvPr>
            <p:cNvCxnSpPr>
              <a:cxnSpLocks/>
              <a:stCxn id="618" idx="3"/>
            </p:cNvCxnSpPr>
            <p:nvPr/>
          </p:nvCxnSpPr>
          <p:spPr bwMode="gray">
            <a:xfrm flipH="1">
              <a:off x="533910" y="2896316"/>
              <a:ext cx="67144" cy="6825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0" name="Straight Connector 619">
              <a:extLst>
                <a:ext uri="{FF2B5EF4-FFF2-40B4-BE49-F238E27FC236}">
                  <a16:creationId xmlns:a16="http://schemas.microsoft.com/office/drawing/2014/main" id="{D840A7C5-E519-6D87-4B64-0D4206738AE1}"/>
                </a:ext>
              </a:extLst>
            </p:cNvPr>
            <p:cNvCxnSpPr>
              <a:cxnSpLocks/>
              <a:stCxn id="618" idx="5"/>
            </p:cNvCxnSpPr>
            <p:nvPr/>
          </p:nvCxnSpPr>
          <p:spPr bwMode="gray">
            <a:xfrm>
              <a:off x="753806" y="2896316"/>
              <a:ext cx="48082" cy="6825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1" name="Oval 620">
              <a:extLst>
                <a:ext uri="{FF2B5EF4-FFF2-40B4-BE49-F238E27FC236}">
                  <a16:creationId xmlns:a16="http://schemas.microsoft.com/office/drawing/2014/main" id="{BCB2629A-68C9-D8CD-1914-11822E8A686A}"/>
                </a:ext>
              </a:extLst>
            </p:cNvPr>
            <p:cNvSpPr/>
            <p:nvPr/>
          </p:nvSpPr>
          <p:spPr bwMode="gray">
            <a:xfrm>
              <a:off x="1294463" y="248301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R</a:t>
              </a:r>
            </a:p>
          </p:txBody>
        </p:sp>
        <p:cxnSp>
          <p:nvCxnSpPr>
            <p:cNvPr id="622" name="Straight Connector 621">
              <a:extLst>
                <a:ext uri="{FF2B5EF4-FFF2-40B4-BE49-F238E27FC236}">
                  <a16:creationId xmlns:a16="http://schemas.microsoft.com/office/drawing/2014/main" id="{AE816067-F3D3-652E-EA5A-817948393CE0}"/>
                </a:ext>
              </a:extLst>
            </p:cNvPr>
            <p:cNvCxnSpPr>
              <a:cxnSpLocks/>
              <a:stCxn id="621" idx="3"/>
              <a:endCxn id="624" idx="7"/>
            </p:cNvCxnSpPr>
            <p:nvPr/>
          </p:nvCxnSpPr>
          <p:spPr bwMode="gray">
            <a:xfrm flipH="1">
              <a:off x="1276267" y="2667400"/>
              <a:ext cx="49832" cy="5357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3" name="Straight Connector 622">
              <a:extLst>
                <a:ext uri="{FF2B5EF4-FFF2-40B4-BE49-F238E27FC236}">
                  <a16:creationId xmlns:a16="http://schemas.microsoft.com/office/drawing/2014/main" id="{BC9E33C0-8FAF-3A4B-6A34-4C5E7E93460A}"/>
                </a:ext>
              </a:extLst>
            </p:cNvPr>
            <p:cNvCxnSpPr>
              <a:cxnSpLocks/>
              <a:stCxn id="621" idx="5"/>
              <a:endCxn id="627" idx="1"/>
            </p:cNvCxnSpPr>
            <p:nvPr/>
          </p:nvCxnSpPr>
          <p:spPr bwMode="gray">
            <a:xfrm>
              <a:off x="1478851" y="2667400"/>
              <a:ext cx="61554" cy="6825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4" name="Oval 623">
              <a:extLst>
                <a:ext uri="{FF2B5EF4-FFF2-40B4-BE49-F238E27FC236}">
                  <a16:creationId xmlns:a16="http://schemas.microsoft.com/office/drawing/2014/main" id="{E228C808-ED2E-1FA9-9498-30B12E9FBC91}"/>
                </a:ext>
              </a:extLst>
            </p:cNvPr>
            <p:cNvSpPr/>
            <p:nvPr/>
          </p:nvSpPr>
          <p:spPr bwMode="gray">
            <a:xfrm>
              <a:off x="1091879" y="2689335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H</a:t>
              </a:r>
            </a:p>
          </p:txBody>
        </p:sp>
        <p:cxnSp>
          <p:nvCxnSpPr>
            <p:cNvPr id="625" name="Straight Connector 624">
              <a:extLst>
                <a:ext uri="{FF2B5EF4-FFF2-40B4-BE49-F238E27FC236}">
                  <a16:creationId xmlns:a16="http://schemas.microsoft.com/office/drawing/2014/main" id="{44EADB62-A7FC-EBAF-A651-BCB896B7ED51}"/>
                </a:ext>
              </a:extLst>
            </p:cNvPr>
            <p:cNvCxnSpPr>
              <a:cxnSpLocks/>
              <a:stCxn id="624" idx="3"/>
            </p:cNvCxnSpPr>
            <p:nvPr/>
          </p:nvCxnSpPr>
          <p:spPr bwMode="gray">
            <a:xfrm flipH="1">
              <a:off x="1067840" y="2873723"/>
              <a:ext cx="55675" cy="6966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6" name="Straight Connector 625">
              <a:extLst>
                <a:ext uri="{FF2B5EF4-FFF2-40B4-BE49-F238E27FC236}">
                  <a16:creationId xmlns:a16="http://schemas.microsoft.com/office/drawing/2014/main" id="{E331859D-902C-9100-D6A6-A7D104739F96}"/>
                </a:ext>
              </a:extLst>
            </p:cNvPr>
            <p:cNvCxnSpPr>
              <a:cxnSpLocks/>
              <a:stCxn id="624" idx="5"/>
            </p:cNvCxnSpPr>
            <p:nvPr/>
          </p:nvCxnSpPr>
          <p:spPr bwMode="gray">
            <a:xfrm>
              <a:off x="1276267" y="2873723"/>
              <a:ext cx="49832" cy="795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7" name="Oval 626">
              <a:extLst>
                <a:ext uri="{FF2B5EF4-FFF2-40B4-BE49-F238E27FC236}">
                  <a16:creationId xmlns:a16="http://schemas.microsoft.com/office/drawing/2014/main" id="{4464BD1E-C239-9B76-CDA8-1789B01F625A}"/>
                </a:ext>
              </a:extLst>
            </p:cNvPr>
            <p:cNvSpPr/>
            <p:nvPr/>
          </p:nvSpPr>
          <p:spPr bwMode="gray">
            <a:xfrm>
              <a:off x="1508769" y="2704015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S</a:t>
              </a:r>
            </a:p>
          </p:txBody>
        </p:sp>
        <p:cxnSp>
          <p:nvCxnSpPr>
            <p:cNvPr id="628" name="Straight Connector 627">
              <a:extLst>
                <a:ext uri="{FF2B5EF4-FFF2-40B4-BE49-F238E27FC236}">
                  <a16:creationId xmlns:a16="http://schemas.microsoft.com/office/drawing/2014/main" id="{6C4CBDDC-32CB-395D-1BC5-8623B044BAAA}"/>
                </a:ext>
              </a:extLst>
            </p:cNvPr>
            <p:cNvCxnSpPr>
              <a:cxnSpLocks/>
              <a:stCxn id="627" idx="3"/>
            </p:cNvCxnSpPr>
            <p:nvPr/>
          </p:nvCxnSpPr>
          <p:spPr bwMode="gray">
            <a:xfrm flipH="1">
              <a:off x="1484730" y="2888403"/>
              <a:ext cx="55675" cy="6966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9" name="Straight Connector 628">
              <a:extLst>
                <a:ext uri="{FF2B5EF4-FFF2-40B4-BE49-F238E27FC236}">
                  <a16:creationId xmlns:a16="http://schemas.microsoft.com/office/drawing/2014/main" id="{F98FDFB2-CEB4-9F51-39C0-3FAECCFC237E}"/>
                </a:ext>
              </a:extLst>
            </p:cNvPr>
            <p:cNvCxnSpPr>
              <a:cxnSpLocks/>
              <a:stCxn id="627" idx="5"/>
            </p:cNvCxnSpPr>
            <p:nvPr/>
          </p:nvCxnSpPr>
          <p:spPr bwMode="gray">
            <a:xfrm>
              <a:off x="1693157" y="2888403"/>
              <a:ext cx="59551" cy="6966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6" name="Group 675">
            <a:extLst>
              <a:ext uri="{FF2B5EF4-FFF2-40B4-BE49-F238E27FC236}">
                <a16:creationId xmlns:a16="http://schemas.microsoft.com/office/drawing/2014/main" id="{D9645310-7CB4-EE1A-CE77-55EE00A97BCF}"/>
              </a:ext>
            </a:extLst>
          </p:cNvPr>
          <p:cNvGrpSpPr/>
          <p:nvPr/>
        </p:nvGrpSpPr>
        <p:grpSpPr>
          <a:xfrm>
            <a:off x="508458" y="4190550"/>
            <a:ext cx="1226966" cy="717615"/>
            <a:chOff x="506917" y="3829258"/>
            <a:chExt cx="1226966" cy="717615"/>
          </a:xfrm>
        </p:grpSpPr>
        <p:sp>
          <p:nvSpPr>
            <p:cNvPr id="631" name="Oval 630">
              <a:extLst>
                <a:ext uri="{FF2B5EF4-FFF2-40B4-BE49-F238E27FC236}">
                  <a16:creationId xmlns:a16="http://schemas.microsoft.com/office/drawing/2014/main" id="{D41F99FB-8993-AB69-75C8-234EC945A43A}"/>
                </a:ext>
              </a:extLst>
            </p:cNvPr>
            <p:cNvSpPr/>
            <p:nvPr/>
          </p:nvSpPr>
          <p:spPr bwMode="gray">
            <a:xfrm>
              <a:off x="1028689" y="3829258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E</a:t>
              </a:r>
            </a:p>
          </p:txBody>
        </p:sp>
        <p:cxnSp>
          <p:nvCxnSpPr>
            <p:cNvPr id="632" name="Straight Connector 631">
              <a:extLst>
                <a:ext uri="{FF2B5EF4-FFF2-40B4-BE49-F238E27FC236}">
                  <a16:creationId xmlns:a16="http://schemas.microsoft.com/office/drawing/2014/main" id="{B0239259-972F-742A-84AF-264325DFC2E3}"/>
                </a:ext>
              </a:extLst>
            </p:cNvPr>
            <p:cNvCxnSpPr>
              <a:cxnSpLocks/>
              <a:stCxn id="631" idx="3"/>
              <a:endCxn id="634" idx="7"/>
            </p:cNvCxnSpPr>
            <p:nvPr/>
          </p:nvCxnSpPr>
          <p:spPr bwMode="gray">
            <a:xfrm flipH="1">
              <a:off x="949210" y="4013646"/>
              <a:ext cx="111115" cy="10060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3" name="Straight Connector 632">
              <a:extLst>
                <a:ext uri="{FF2B5EF4-FFF2-40B4-BE49-F238E27FC236}">
                  <a16:creationId xmlns:a16="http://schemas.microsoft.com/office/drawing/2014/main" id="{5F530ED1-A2E6-D65D-0AB4-9286028357C7}"/>
                </a:ext>
              </a:extLst>
            </p:cNvPr>
            <p:cNvCxnSpPr>
              <a:cxnSpLocks/>
              <a:stCxn id="631" idx="5"/>
              <a:endCxn id="640" idx="1"/>
            </p:cNvCxnSpPr>
            <p:nvPr/>
          </p:nvCxnSpPr>
          <p:spPr bwMode="gray">
            <a:xfrm>
              <a:off x="1213077" y="4013646"/>
              <a:ext cx="86029" cy="79573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4" name="Oval 633">
              <a:extLst>
                <a:ext uri="{FF2B5EF4-FFF2-40B4-BE49-F238E27FC236}">
                  <a16:creationId xmlns:a16="http://schemas.microsoft.com/office/drawing/2014/main" id="{21EF0349-068D-EAE6-9C1D-369E596E4B4D}"/>
                </a:ext>
              </a:extLst>
            </p:cNvPr>
            <p:cNvSpPr/>
            <p:nvPr/>
          </p:nvSpPr>
          <p:spPr bwMode="gray">
            <a:xfrm>
              <a:off x="764822" y="4082613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C</a:t>
              </a:r>
            </a:p>
          </p:txBody>
        </p:sp>
        <p:cxnSp>
          <p:nvCxnSpPr>
            <p:cNvPr id="635" name="Straight Connector 634">
              <a:extLst>
                <a:ext uri="{FF2B5EF4-FFF2-40B4-BE49-F238E27FC236}">
                  <a16:creationId xmlns:a16="http://schemas.microsoft.com/office/drawing/2014/main" id="{EB4E85D4-C50E-4B71-3009-28F8DDE35966}"/>
                </a:ext>
              </a:extLst>
            </p:cNvPr>
            <p:cNvCxnSpPr>
              <a:cxnSpLocks/>
              <a:stCxn id="634" idx="3"/>
              <a:endCxn id="637" idx="7"/>
            </p:cNvCxnSpPr>
            <p:nvPr/>
          </p:nvCxnSpPr>
          <p:spPr bwMode="gray">
            <a:xfrm flipH="1">
              <a:off x="726813" y="4267001"/>
              <a:ext cx="69645" cy="5513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Straight Connector 635">
              <a:extLst>
                <a:ext uri="{FF2B5EF4-FFF2-40B4-BE49-F238E27FC236}">
                  <a16:creationId xmlns:a16="http://schemas.microsoft.com/office/drawing/2014/main" id="{BDE508E7-F99A-BF25-2171-202149CE01B6}"/>
                </a:ext>
              </a:extLst>
            </p:cNvPr>
            <p:cNvCxnSpPr>
              <a:cxnSpLocks/>
              <a:stCxn id="634" idx="5"/>
            </p:cNvCxnSpPr>
            <p:nvPr/>
          </p:nvCxnSpPr>
          <p:spPr bwMode="gray">
            <a:xfrm>
              <a:off x="949210" y="4267001"/>
              <a:ext cx="54393" cy="8029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7" name="Oval 636">
              <a:extLst>
                <a:ext uri="{FF2B5EF4-FFF2-40B4-BE49-F238E27FC236}">
                  <a16:creationId xmlns:a16="http://schemas.microsoft.com/office/drawing/2014/main" id="{484D1A9E-230B-F4FB-7F7E-E28C0692013E}"/>
                </a:ext>
              </a:extLst>
            </p:cNvPr>
            <p:cNvSpPr/>
            <p:nvPr/>
          </p:nvSpPr>
          <p:spPr bwMode="gray">
            <a:xfrm>
              <a:off x="542425" y="4290499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638" name="Straight Connector 637">
              <a:extLst>
                <a:ext uri="{FF2B5EF4-FFF2-40B4-BE49-F238E27FC236}">
                  <a16:creationId xmlns:a16="http://schemas.microsoft.com/office/drawing/2014/main" id="{B796E64E-F431-CB7E-3E42-BD0035A37D52}"/>
                </a:ext>
              </a:extLst>
            </p:cNvPr>
            <p:cNvCxnSpPr>
              <a:cxnSpLocks/>
              <a:stCxn id="637" idx="3"/>
            </p:cNvCxnSpPr>
            <p:nvPr/>
          </p:nvCxnSpPr>
          <p:spPr bwMode="gray">
            <a:xfrm flipH="1">
              <a:off x="506917" y="4474887"/>
              <a:ext cx="67144" cy="6825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9" name="Straight Connector 638">
              <a:extLst>
                <a:ext uri="{FF2B5EF4-FFF2-40B4-BE49-F238E27FC236}">
                  <a16:creationId xmlns:a16="http://schemas.microsoft.com/office/drawing/2014/main" id="{9BA2336A-6F29-7D1E-EDE0-5CC6A84772EA}"/>
                </a:ext>
              </a:extLst>
            </p:cNvPr>
            <p:cNvCxnSpPr>
              <a:cxnSpLocks/>
              <a:stCxn id="637" idx="5"/>
            </p:cNvCxnSpPr>
            <p:nvPr/>
          </p:nvCxnSpPr>
          <p:spPr bwMode="gray">
            <a:xfrm>
              <a:off x="726813" y="4474887"/>
              <a:ext cx="48082" cy="6825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0" name="Oval 639">
              <a:extLst>
                <a:ext uri="{FF2B5EF4-FFF2-40B4-BE49-F238E27FC236}">
                  <a16:creationId xmlns:a16="http://schemas.microsoft.com/office/drawing/2014/main" id="{3EC10CDB-16FE-5A95-26C5-387B1C8E715C}"/>
                </a:ext>
              </a:extLst>
            </p:cNvPr>
            <p:cNvSpPr/>
            <p:nvPr/>
          </p:nvSpPr>
          <p:spPr bwMode="gray">
            <a:xfrm>
              <a:off x="1267470" y="4061583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R</a:t>
              </a:r>
            </a:p>
          </p:txBody>
        </p:sp>
        <p:cxnSp>
          <p:nvCxnSpPr>
            <p:cNvPr id="641" name="Straight Connector 640">
              <a:extLst>
                <a:ext uri="{FF2B5EF4-FFF2-40B4-BE49-F238E27FC236}">
                  <a16:creationId xmlns:a16="http://schemas.microsoft.com/office/drawing/2014/main" id="{F75F5492-5D0D-47ED-4EC6-66E78035345D}"/>
                </a:ext>
              </a:extLst>
            </p:cNvPr>
            <p:cNvCxnSpPr>
              <a:cxnSpLocks/>
              <a:stCxn id="640" idx="3"/>
              <a:endCxn id="643" idx="7"/>
            </p:cNvCxnSpPr>
            <p:nvPr/>
          </p:nvCxnSpPr>
          <p:spPr bwMode="gray">
            <a:xfrm flipH="1">
              <a:off x="1249274" y="4245971"/>
              <a:ext cx="49832" cy="5357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2" name="Straight Connector 641">
              <a:extLst>
                <a:ext uri="{FF2B5EF4-FFF2-40B4-BE49-F238E27FC236}">
                  <a16:creationId xmlns:a16="http://schemas.microsoft.com/office/drawing/2014/main" id="{F63E0F90-4BA4-0BBF-0E5D-E434F9C8FA8C}"/>
                </a:ext>
              </a:extLst>
            </p:cNvPr>
            <p:cNvCxnSpPr>
              <a:cxnSpLocks/>
              <a:stCxn id="640" idx="5"/>
              <a:endCxn id="646" idx="1"/>
            </p:cNvCxnSpPr>
            <p:nvPr/>
          </p:nvCxnSpPr>
          <p:spPr bwMode="gray">
            <a:xfrm>
              <a:off x="1451858" y="4245971"/>
              <a:ext cx="69722" cy="7848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3" name="Oval 642">
              <a:extLst>
                <a:ext uri="{FF2B5EF4-FFF2-40B4-BE49-F238E27FC236}">
                  <a16:creationId xmlns:a16="http://schemas.microsoft.com/office/drawing/2014/main" id="{DE41F021-7C68-27AB-A8B9-C9236609CFD7}"/>
                </a:ext>
              </a:extLst>
            </p:cNvPr>
            <p:cNvSpPr/>
            <p:nvPr/>
          </p:nvSpPr>
          <p:spPr bwMode="gray">
            <a:xfrm>
              <a:off x="1064886" y="4267906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H</a:t>
              </a:r>
            </a:p>
          </p:txBody>
        </p:sp>
        <p:cxnSp>
          <p:nvCxnSpPr>
            <p:cNvPr id="644" name="Straight Connector 643">
              <a:extLst>
                <a:ext uri="{FF2B5EF4-FFF2-40B4-BE49-F238E27FC236}">
                  <a16:creationId xmlns:a16="http://schemas.microsoft.com/office/drawing/2014/main" id="{62BB1B85-FAD7-33A3-164A-DD2E8D969F3A}"/>
                </a:ext>
              </a:extLst>
            </p:cNvPr>
            <p:cNvCxnSpPr>
              <a:cxnSpLocks/>
              <a:stCxn id="643" idx="3"/>
            </p:cNvCxnSpPr>
            <p:nvPr/>
          </p:nvCxnSpPr>
          <p:spPr bwMode="gray">
            <a:xfrm flipH="1">
              <a:off x="1038340" y="4452294"/>
              <a:ext cx="58182" cy="6695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5" name="Straight Connector 644">
              <a:extLst>
                <a:ext uri="{FF2B5EF4-FFF2-40B4-BE49-F238E27FC236}">
                  <a16:creationId xmlns:a16="http://schemas.microsoft.com/office/drawing/2014/main" id="{84DE9EF5-0A97-605B-F44B-758DD21B48BD}"/>
                </a:ext>
              </a:extLst>
            </p:cNvPr>
            <p:cNvCxnSpPr>
              <a:cxnSpLocks/>
              <a:stCxn id="643" idx="5"/>
            </p:cNvCxnSpPr>
            <p:nvPr/>
          </p:nvCxnSpPr>
          <p:spPr bwMode="gray">
            <a:xfrm>
              <a:off x="1249274" y="4452294"/>
              <a:ext cx="59551" cy="6966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6" name="Oval 645">
              <a:extLst>
                <a:ext uri="{FF2B5EF4-FFF2-40B4-BE49-F238E27FC236}">
                  <a16:creationId xmlns:a16="http://schemas.microsoft.com/office/drawing/2014/main" id="{A5361D80-680F-3661-75A7-14249B2EFB0D}"/>
                </a:ext>
              </a:extLst>
            </p:cNvPr>
            <p:cNvSpPr/>
            <p:nvPr/>
          </p:nvSpPr>
          <p:spPr bwMode="gray">
            <a:xfrm>
              <a:off x="1489944" y="4292817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S</a:t>
              </a:r>
            </a:p>
          </p:txBody>
        </p:sp>
        <p:cxnSp>
          <p:nvCxnSpPr>
            <p:cNvPr id="647" name="Straight Connector 646">
              <a:extLst>
                <a:ext uri="{FF2B5EF4-FFF2-40B4-BE49-F238E27FC236}">
                  <a16:creationId xmlns:a16="http://schemas.microsoft.com/office/drawing/2014/main" id="{EF245F20-B5F1-53B7-A246-E4819289FE71}"/>
                </a:ext>
              </a:extLst>
            </p:cNvPr>
            <p:cNvCxnSpPr>
              <a:cxnSpLocks/>
              <a:stCxn id="646" idx="3"/>
            </p:cNvCxnSpPr>
            <p:nvPr/>
          </p:nvCxnSpPr>
          <p:spPr bwMode="gray">
            <a:xfrm flipH="1">
              <a:off x="1465905" y="4477205"/>
              <a:ext cx="55675" cy="6966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8" name="Straight Connector 647">
              <a:extLst>
                <a:ext uri="{FF2B5EF4-FFF2-40B4-BE49-F238E27FC236}">
                  <a16:creationId xmlns:a16="http://schemas.microsoft.com/office/drawing/2014/main" id="{09423AFD-CFAA-AF72-1699-319C688DEF4D}"/>
                </a:ext>
              </a:extLst>
            </p:cNvPr>
            <p:cNvCxnSpPr>
              <a:cxnSpLocks/>
              <a:stCxn id="646" idx="5"/>
            </p:cNvCxnSpPr>
            <p:nvPr/>
          </p:nvCxnSpPr>
          <p:spPr bwMode="gray">
            <a:xfrm>
              <a:off x="1674332" y="4477205"/>
              <a:ext cx="59551" cy="6966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7" name="Group 676">
            <a:extLst>
              <a:ext uri="{FF2B5EF4-FFF2-40B4-BE49-F238E27FC236}">
                <a16:creationId xmlns:a16="http://schemas.microsoft.com/office/drawing/2014/main" id="{44B28FFC-B144-83FF-AF7E-AABC3146410C}"/>
              </a:ext>
            </a:extLst>
          </p:cNvPr>
          <p:cNvGrpSpPr/>
          <p:nvPr/>
        </p:nvGrpSpPr>
        <p:grpSpPr>
          <a:xfrm>
            <a:off x="3079873" y="4078693"/>
            <a:ext cx="1204095" cy="941329"/>
            <a:chOff x="2884394" y="3704851"/>
            <a:chExt cx="1204095" cy="941329"/>
          </a:xfrm>
        </p:grpSpPr>
        <p:sp>
          <p:nvSpPr>
            <p:cNvPr id="649" name="Oval 648">
              <a:extLst>
                <a:ext uri="{FF2B5EF4-FFF2-40B4-BE49-F238E27FC236}">
                  <a16:creationId xmlns:a16="http://schemas.microsoft.com/office/drawing/2014/main" id="{5DE36362-5A29-26AD-301D-FC347239D3AC}"/>
                </a:ext>
              </a:extLst>
            </p:cNvPr>
            <p:cNvSpPr/>
            <p:nvPr/>
          </p:nvSpPr>
          <p:spPr bwMode="gray">
            <a:xfrm>
              <a:off x="3610927" y="3704851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R</a:t>
              </a:r>
            </a:p>
          </p:txBody>
        </p:sp>
        <p:cxnSp>
          <p:nvCxnSpPr>
            <p:cNvPr id="650" name="Straight Connector 649">
              <a:extLst>
                <a:ext uri="{FF2B5EF4-FFF2-40B4-BE49-F238E27FC236}">
                  <a16:creationId xmlns:a16="http://schemas.microsoft.com/office/drawing/2014/main" id="{364293BA-037C-1EBF-3B97-2976805BC965}"/>
                </a:ext>
              </a:extLst>
            </p:cNvPr>
            <p:cNvCxnSpPr>
              <a:cxnSpLocks/>
              <a:stCxn id="649" idx="3"/>
              <a:endCxn id="652" idx="7"/>
            </p:cNvCxnSpPr>
            <p:nvPr/>
          </p:nvCxnSpPr>
          <p:spPr bwMode="gray">
            <a:xfrm flipH="1">
              <a:off x="3531448" y="3889239"/>
              <a:ext cx="111115" cy="100603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1" name="Straight Connector 650">
              <a:extLst>
                <a:ext uri="{FF2B5EF4-FFF2-40B4-BE49-F238E27FC236}">
                  <a16:creationId xmlns:a16="http://schemas.microsoft.com/office/drawing/2014/main" id="{70C46707-91A3-F5E7-5BC7-28EF72E1EAFF}"/>
                </a:ext>
              </a:extLst>
            </p:cNvPr>
            <p:cNvCxnSpPr>
              <a:cxnSpLocks/>
              <a:stCxn id="649" idx="5"/>
              <a:endCxn id="658" idx="1"/>
            </p:cNvCxnSpPr>
            <p:nvPr/>
          </p:nvCxnSpPr>
          <p:spPr bwMode="gray">
            <a:xfrm>
              <a:off x="3795315" y="3889239"/>
              <a:ext cx="86029" cy="7957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2" name="Oval 651">
              <a:extLst>
                <a:ext uri="{FF2B5EF4-FFF2-40B4-BE49-F238E27FC236}">
                  <a16:creationId xmlns:a16="http://schemas.microsoft.com/office/drawing/2014/main" id="{D8C394F9-DCD4-B92B-9341-F5DE00A0A74C}"/>
                </a:ext>
              </a:extLst>
            </p:cNvPr>
            <p:cNvSpPr/>
            <p:nvPr/>
          </p:nvSpPr>
          <p:spPr bwMode="gray">
            <a:xfrm>
              <a:off x="3347060" y="3958206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E</a:t>
              </a:r>
            </a:p>
          </p:txBody>
        </p:sp>
        <p:cxnSp>
          <p:nvCxnSpPr>
            <p:cNvPr id="653" name="Straight Connector 652">
              <a:extLst>
                <a:ext uri="{FF2B5EF4-FFF2-40B4-BE49-F238E27FC236}">
                  <a16:creationId xmlns:a16="http://schemas.microsoft.com/office/drawing/2014/main" id="{9D461982-479A-F1E5-9260-DFC54979A508}"/>
                </a:ext>
              </a:extLst>
            </p:cNvPr>
            <p:cNvCxnSpPr>
              <a:cxnSpLocks/>
              <a:stCxn id="652" idx="3"/>
              <a:endCxn id="655" idx="7"/>
            </p:cNvCxnSpPr>
            <p:nvPr/>
          </p:nvCxnSpPr>
          <p:spPr bwMode="gray">
            <a:xfrm flipH="1">
              <a:off x="3309051" y="4142594"/>
              <a:ext cx="69645" cy="5513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4" name="Straight Connector 653">
              <a:extLst>
                <a:ext uri="{FF2B5EF4-FFF2-40B4-BE49-F238E27FC236}">
                  <a16:creationId xmlns:a16="http://schemas.microsoft.com/office/drawing/2014/main" id="{9BDAD969-D109-06A9-88A0-6FC72AE233FD}"/>
                </a:ext>
              </a:extLst>
            </p:cNvPr>
            <p:cNvCxnSpPr>
              <a:cxnSpLocks/>
              <a:stCxn id="652" idx="5"/>
              <a:endCxn id="661" idx="1"/>
            </p:cNvCxnSpPr>
            <p:nvPr/>
          </p:nvCxnSpPr>
          <p:spPr bwMode="gray">
            <a:xfrm>
              <a:off x="3531448" y="4142594"/>
              <a:ext cx="52740" cy="7966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5" name="Oval 654">
              <a:extLst>
                <a:ext uri="{FF2B5EF4-FFF2-40B4-BE49-F238E27FC236}">
                  <a16:creationId xmlns:a16="http://schemas.microsoft.com/office/drawing/2014/main" id="{7E6B155B-7E93-4D0F-1C35-3F0951BB6439}"/>
                </a:ext>
              </a:extLst>
            </p:cNvPr>
            <p:cNvSpPr/>
            <p:nvPr/>
          </p:nvSpPr>
          <p:spPr bwMode="gray">
            <a:xfrm>
              <a:off x="3124663" y="4166092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C</a:t>
              </a:r>
            </a:p>
          </p:txBody>
        </p:sp>
        <p:cxnSp>
          <p:nvCxnSpPr>
            <p:cNvPr id="656" name="Straight Connector 655">
              <a:extLst>
                <a:ext uri="{FF2B5EF4-FFF2-40B4-BE49-F238E27FC236}">
                  <a16:creationId xmlns:a16="http://schemas.microsoft.com/office/drawing/2014/main" id="{4090C236-A639-F5D0-9BFC-A367A6C0AB41}"/>
                </a:ext>
              </a:extLst>
            </p:cNvPr>
            <p:cNvCxnSpPr>
              <a:cxnSpLocks/>
              <a:stCxn id="655" idx="3"/>
              <a:endCxn id="664" idx="7"/>
            </p:cNvCxnSpPr>
            <p:nvPr/>
          </p:nvCxnSpPr>
          <p:spPr bwMode="gray">
            <a:xfrm flipH="1">
              <a:off x="3092821" y="4350480"/>
              <a:ext cx="63478" cy="7328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7" name="Straight Connector 656">
              <a:extLst>
                <a:ext uri="{FF2B5EF4-FFF2-40B4-BE49-F238E27FC236}">
                  <a16:creationId xmlns:a16="http://schemas.microsoft.com/office/drawing/2014/main" id="{E1931FDB-CDA5-4A21-7DEE-B15DC3A1C6F9}"/>
                </a:ext>
              </a:extLst>
            </p:cNvPr>
            <p:cNvCxnSpPr>
              <a:cxnSpLocks/>
              <a:stCxn id="655" idx="5"/>
            </p:cNvCxnSpPr>
            <p:nvPr/>
          </p:nvCxnSpPr>
          <p:spPr bwMode="gray">
            <a:xfrm>
              <a:off x="3309051" y="4350480"/>
              <a:ext cx="48082" cy="6825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8" name="Oval 657">
              <a:extLst>
                <a:ext uri="{FF2B5EF4-FFF2-40B4-BE49-F238E27FC236}">
                  <a16:creationId xmlns:a16="http://schemas.microsoft.com/office/drawing/2014/main" id="{9F38CBAF-F98A-E406-7C93-D614472E0992}"/>
                </a:ext>
              </a:extLst>
            </p:cNvPr>
            <p:cNvSpPr/>
            <p:nvPr/>
          </p:nvSpPr>
          <p:spPr bwMode="gray">
            <a:xfrm>
              <a:off x="3849708" y="3937176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S</a:t>
              </a:r>
            </a:p>
          </p:txBody>
        </p:sp>
        <p:cxnSp>
          <p:nvCxnSpPr>
            <p:cNvPr id="659" name="Straight Connector 658">
              <a:extLst>
                <a:ext uri="{FF2B5EF4-FFF2-40B4-BE49-F238E27FC236}">
                  <a16:creationId xmlns:a16="http://schemas.microsoft.com/office/drawing/2014/main" id="{FB2B22DF-D948-14EA-4AB2-E1AEB534210D}"/>
                </a:ext>
              </a:extLst>
            </p:cNvPr>
            <p:cNvCxnSpPr>
              <a:cxnSpLocks/>
              <a:stCxn id="658" idx="3"/>
            </p:cNvCxnSpPr>
            <p:nvPr/>
          </p:nvCxnSpPr>
          <p:spPr bwMode="gray">
            <a:xfrm flipH="1">
              <a:off x="3831512" y="4121564"/>
              <a:ext cx="49832" cy="5357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0" name="Straight Connector 659">
              <a:extLst>
                <a:ext uri="{FF2B5EF4-FFF2-40B4-BE49-F238E27FC236}">
                  <a16:creationId xmlns:a16="http://schemas.microsoft.com/office/drawing/2014/main" id="{A166C678-8000-BDD7-17F0-68180B8AA0D5}"/>
                </a:ext>
              </a:extLst>
            </p:cNvPr>
            <p:cNvCxnSpPr>
              <a:cxnSpLocks/>
              <a:stCxn id="658" idx="5"/>
            </p:cNvCxnSpPr>
            <p:nvPr/>
          </p:nvCxnSpPr>
          <p:spPr bwMode="gray">
            <a:xfrm>
              <a:off x="4034096" y="4121564"/>
              <a:ext cx="54393" cy="6078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1" name="Oval 660">
              <a:extLst>
                <a:ext uri="{FF2B5EF4-FFF2-40B4-BE49-F238E27FC236}">
                  <a16:creationId xmlns:a16="http://schemas.microsoft.com/office/drawing/2014/main" id="{EC53ADEA-A3B3-47C8-F6C1-065FA4277E36}"/>
                </a:ext>
              </a:extLst>
            </p:cNvPr>
            <p:cNvSpPr/>
            <p:nvPr/>
          </p:nvSpPr>
          <p:spPr bwMode="gray">
            <a:xfrm>
              <a:off x="3552552" y="4190625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H</a:t>
              </a:r>
            </a:p>
          </p:txBody>
        </p:sp>
        <p:cxnSp>
          <p:nvCxnSpPr>
            <p:cNvPr id="662" name="Straight Connector 661">
              <a:extLst>
                <a:ext uri="{FF2B5EF4-FFF2-40B4-BE49-F238E27FC236}">
                  <a16:creationId xmlns:a16="http://schemas.microsoft.com/office/drawing/2014/main" id="{12FE743D-2B30-5B82-6D48-BB235460EFDD}"/>
                </a:ext>
              </a:extLst>
            </p:cNvPr>
            <p:cNvCxnSpPr>
              <a:cxnSpLocks/>
              <a:stCxn id="661" idx="3"/>
            </p:cNvCxnSpPr>
            <p:nvPr/>
          </p:nvCxnSpPr>
          <p:spPr bwMode="gray">
            <a:xfrm flipH="1">
              <a:off x="3526006" y="4375013"/>
              <a:ext cx="58182" cy="6695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3" name="Straight Connector 662">
              <a:extLst>
                <a:ext uri="{FF2B5EF4-FFF2-40B4-BE49-F238E27FC236}">
                  <a16:creationId xmlns:a16="http://schemas.microsoft.com/office/drawing/2014/main" id="{3240C7F0-8F88-123A-A444-BEDEF95B3080}"/>
                </a:ext>
              </a:extLst>
            </p:cNvPr>
            <p:cNvCxnSpPr>
              <a:cxnSpLocks/>
              <a:stCxn id="661" idx="5"/>
            </p:cNvCxnSpPr>
            <p:nvPr/>
          </p:nvCxnSpPr>
          <p:spPr bwMode="gray">
            <a:xfrm>
              <a:off x="3736940" y="4375013"/>
              <a:ext cx="59551" cy="6966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4" name="Oval 663">
              <a:extLst>
                <a:ext uri="{FF2B5EF4-FFF2-40B4-BE49-F238E27FC236}">
                  <a16:creationId xmlns:a16="http://schemas.microsoft.com/office/drawing/2014/main" id="{A04A0D9D-CC60-B7D9-62BA-9C790EB33C98}"/>
                </a:ext>
              </a:extLst>
            </p:cNvPr>
            <p:cNvSpPr/>
            <p:nvPr/>
          </p:nvSpPr>
          <p:spPr bwMode="gray">
            <a:xfrm>
              <a:off x="2908433" y="4392124"/>
              <a:ext cx="216024" cy="2160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US" sz="1200" b="1" dirty="0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665" name="Straight Connector 664">
              <a:extLst>
                <a:ext uri="{FF2B5EF4-FFF2-40B4-BE49-F238E27FC236}">
                  <a16:creationId xmlns:a16="http://schemas.microsoft.com/office/drawing/2014/main" id="{D86ABD87-3FD6-2C8B-619B-41705E79D971}"/>
                </a:ext>
              </a:extLst>
            </p:cNvPr>
            <p:cNvCxnSpPr>
              <a:cxnSpLocks/>
              <a:stCxn id="664" idx="3"/>
            </p:cNvCxnSpPr>
            <p:nvPr/>
          </p:nvCxnSpPr>
          <p:spPr bwMode="gray">
            <a:xfrm flipH="1">
              <a:off x="2884394" y="4576512"/>
              <a:ext cx="55675" cy="6966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6" name="Straight Connector 665">
              <a:extLst>
                <a:ext uri="{FF2B5EF4-FFF2-40B4-BE49-F238E27FC236}">
                  <a16:creationId xmlns:a16="http://schemas.microsoft.com/office/drawing/2014/main" id="{74499D99-075C-B8A6-1789-F775ACC68563}"/>
                </a:ext>
              </a:extLst>
            </p:cNvPr>
            <p:cNvCxnSpPr>
              <a:cxnSpLocks/>
              <a:stCxn id="664" idx="5"/>
            </p:cNvCxnSpPr>
            <p:nvPr/>
          </p:nvCxnSpPr>
          <p:spPr bwMode="gray">
            <a:xfrm>
              <a:off x="3092821" y="4576512"/>
              <a:ext cx="59551" cy="6966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7" name="Down Arrow 666">
            <a:extLst>
              <a:ext uri="{FF2B5EF4-FFF2-40B4-BE49-F238E27FC236}">
                <a16:creationId xmlns:a16="http://schemas.microsoft.com/office/drawing/2014/main" id="{554ABE02-2B83-BFD6-09CA-A766A1F4A991}"/>
              </a:ext>
            </a:extLst>
          </p:cNvPr>
          <p:cNvSpPr/>
          <p:nvPr/>
        </p:nvSpPr>
        <p:spPr bwMode="gray">
          <a:xfrm rot="5400000">
            <a:off x="4691946" y="2969153"/>
            <a:ext cx="303322" cy="41825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668" name="Down Arrow 667">
            <a:extLst>
              <a:ext uri="{FF2B5EF4-FFF2-40B4-BE49-F238E27FC236}">
                <a16:creationId xmlns:a16="http://schemas.microsoft.com/office/drawing/2014/main" id="{ED319894-8CD6-6751-CCCE-71E810ECB3EC}"/>
              </a:ext>
            </a:extLst>
          </p:cNvPr>
          <p:cNvSpPr/>
          <p:nvPr/>
        </p:nvSpPr>
        <p:spPr bwMode="gray">
          <a:xfrm>
            <a:off x="970280" y="3651870"/>
            <a:ext cx="303322" cy="41825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669" name="Down Arrow 668">
            <a:extLst>
              <a:ext uri="{FF2B5EF4-FFF2-40B4-BE49-F238E27FC236}">
                <a16:creationId xmlns:a16="http://schemas.microsoft.com/office/drawing/2014/main" id="{8A1F955B-4AAE-51CF-E04A-B96639542F5F}"/>
              </a:ext>
            </a:extLst>
          </p:cNvPr>
          <p:cNvSpPr/>
          <p:nvPr/>
        </p:nvSpPr>
        <p:spPr bwMode="gray">
          <a:xfrm rot="16200000">
            <a:off x="2327359" y="4340230"/>
            <a:ext cx="303322" cy="41825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678" name="Down Arrow 677">
            <a:extLst>
              <a:ext uri="{FF2B5EF4-FFF2-40B4-BE49-F238E27FC236}">
                <a16:creationId xmlns:a16="http://schemas.microsoft.com/office/drawing/2014/main" id="{D10408D5-3BD5-1E32-E64D-617D18E6F2DE}"/>
              </a:ext>
            </a:extLst>
          </p:cNvPr>
          <p:cNvSpPr/>
          <p:nvPr/>
        </p:nvSpPr>
        <p:spPr bwMode="gray">
          <a:xfrm>
            <a:off x="970280" y="2271391"/>
            <a:ext cx="303322" cy="41825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679" name="Down Arrow 678">
            <a:extLst>
              <a:ext uri="{FF2B5EF4-FFF2-40B4-BE49-F238E27FC236}">
                <a16:creationId xmlns:a16="http://schemas.microsoft.com/office/drawing/2014/main" id="{4BD96052-9794-446D-E95A-F92FDCC5702A}"/>
              </a:ext>
            </a:extLst>
          </p:cNvPr>
          <p:cNvSpPr/>
          <p:nvPr/>
        </p:nvSpPr>
        <p:spPr bwMode="gray">
          <a:xfrm>
            <a:off x="3548598" y="2271391"/>
            <a:ext cx="303322" cy="41825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680" name="Down Arrow 679">
            <a:extLst>
              <a:ext uri="{FF2B5EF4-FFF2-40B4-BE49-F238E27FC236}">
                <a16:creationId xmlns:a16="http://schemas.microsoft.com/office/drawing/2014/main" id="{0A6DB31B-14ED-FB36-AA2C-E02623D97AB6}"/>
              </a:ext>
            </a:extLst>
          </p:cNvPr>
          <p:cNvSpPr/>
          <p:nvPr/>
        </p:nvSpPr>
        <p:spPr bwMode="gray">
          <a:xfrm>
            <a:off x="5852854" y="2271391"/>
            <a:ext cx="303322" cy="41825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681" name="TextBox 680">
            <a:extLst>
              <a:ext uri="{FF2B5EF4-FFF2-40B4-BE49-F238E27FC236}">
                <a16:creationId xmlns:a16="http://schemas.microsoft.com/office/drawing/2014/main" id="{A3F6B42E-80B2-D79D-E3AF-630E13F0E4C0}"/>
              </a:ext>
            </a:extLst>
          </p:cNvPr>
          <p:cNvSpPr txBox="1"/>
          <p:nvPr/>
        </p:nvSpPr>
        <p:spPr bwMode="gray">
          <a:xfrm>
            <a:off x="621896" y="1141468"/>
            <a:ext cx="1008112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000" dirty="0">
                <a:solidFill>
                  <a:srgbClr val="C00000"/>
                </a:solidFill>
              </a:rPr>
              <a:t>Rechts einfügen (</a:t>
            </a:r>
            <a:r>
              <a:rPr lang="de-DE" sz="1000" b="1" dirty="0">
                <a:solidFill>
                  <a:srgbClr val="C00000"/>
                </a:solidFill>
              </a:rPr>
              <a:t>S</a:t>
            </a:r>
            <a:r>
              <a:rPr lang="de-DE" sz="1000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682" name="TextBox 681">
            <a:extLst>
              <a:ext uri="{FF2B5EF4-FFF2-40B4-BE49-F238E27FC236}">
                <a16:creationId xmlns:a16="http://schemas.microsoft.com/office/drawing/2014/main" id="{8D93E114-D180-B9D7-D17A-E305F1F2E947}"/>
              </a:ext>
            </a:extLst>
          </p:cNvPr>
          <p:cNvSpPr txBox="1"/>
          <p:nvPr/>
        </p:nvSpPr>
        <p:spPr bwMode="gray">
          <a:xfrm>
            <a:off x="3203870" y="1137320"/>
            <a:ext cx="1008112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000" dirty="0">
                <a:solidFill>
                  <a:srgbClr val="C00000"/>
                </a:solidFill>
              </a:rPr>
              <a:t>Links einfügen (</a:t>
            </a:r>
            <a:r>
              <a:rPr lang="de-DE" sz="1000" b="1" dirty="0">
                <a:solidFill>
                  <a:srgbClr val="C00000"/>
                </a:solidFill>
              </a:rPr>
              <a:t>H</a:t>
            </a:r>
            <a:r>
              <a:rPr lang="de-DE" sz="1000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683" name="TextBox 682">
            <a:extLst>
              <a:ext uri="{FF2B5EF4-FFF2-40B4-BE49-F238E27FC236}">
                <a16:creationId xmlns:a16="http://schemas.microsoft.com/office/drawing/2014/main" id="{8E3EBD2C-FBE0-AF52-E06B-2E223AAEFD3F}"/>
              </a:ext>
            </a:extLst>
          </p:cNvPr>
          <p:cNvSpPr txBox="1"/>
          <p:nvPr/>
        </p:nvSpPr>
        <p:spPr bwMode="gray">
          <a:xfrm>
            <a:off x="5454268" y="1133217"/>
            <a:ext cx="1008112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000" dirty="0">
                <a:solidFill>
                  <a:srgbClr val="C00000"/>
                </a:solidFill>
              </a:rPr>
              <a:t>Mitte einfügen (</a:t>
            </a:r>
            <a:r>
              <a:rPr lang="de-DE" sz="1000" b="1" dirty="0">
                <a:solidFill>
                  <a:srgbClr val="C00000"/>
                </a:solidFill>
              </a:rPr>
              <a:t>R</a:t>
            </a:r>
            <a:r>
              <a:rPr lang="de-DE" sz="1000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684" name="TextBox 683">
            <a:extLst>
              <a:ext uri="{FF2B5EF4-FFF2-40B4-BE49-F238E27FC236}">
                <a16:creationId xmlns:a16="http://schemas.microsoft.com/office/drawing/2014/main" id="{A9D0A4D4-1BD7-B7C3-AA7C-8D0943F80012}"/>
              </a:ext>
            </a:extLst>
          </p:cNvPr>
          <p:cNvSpPr txBox="1"/>
          <p:nvPr/>
        </p:nvSpPr>
        <p:spPr bwMode="gray">
          <a:xfrm>
            <a:off x="1300647" y="2302975"/>
            <a:ext cx="1008112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Neuen Knoten mit </a:t>
            </a:r>
            <a:br>
              <a:rPr lang="de-DE" sz="800" dirty="0">
                <a:solidFill>
                  <a:srgbClr val="C00000"/>
                </a:solidFill>
              </a:rPr>
            </a:br>
            <a:r>
              <a:rPr lang="de-DE" sz="800" dirty="0">
                <a:solidFill>
                  <a:srgbClr val="C00000"/>
                </a:solidFill>
              </a:rPr>
              <a:t>roter Kante einfügen</a:t>
            </a:r>
          </a:p>
        </p:txBody>
      </p:sp>
      <p:sp>
        <p:nvSpPr>
          <p:cNvPr id="685" name="TextBox 684">
            <a:extLst>
              <a:ext uri="{FF2B5EF4-FFF2-40B4-BE49-F238E27FC236}">
                <a16:creationId xmlns:a16="http://schemas.microsoft.com/office/drawing/2014/main" id="{8D6672DF-2D2E-CFDB-9E86-58B39684F2D1}"/>
              </a:ext>
            </a:extLst>
          </p:cNvPr>
          <p:cNvSpPr txBox="1"/>
          <p:nvPr/>
        </p:nvSpPr>
        <p:spPr bwMode="gray">
          <a:xfrm>
            <a:off x="3894927" y="2270513"/>
            <a:ext cx="1008112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Neuen Knoten mit </a:t>
            </a:r>
            <a:br>
              <a:rPr lang="de-DE" sz="800" dirty="0">
                <a:solidFill>
                  <a:srgbClr val="C00000"/>
                </a:solidFill>
              </a:rPr>
            </a:br>
            <a:r>
              <a:rPr lang="de-DE" sz="800" dirty="0">
                <a:solidFill>
                  <a:srgbClr val="C00000"/>
                </a:solidFill>
              </a:rPr>
              <a:t>roter Kante einfügen</a:t>
            </a:r>
          </a:p>
        </p:txBody>
      </p:sp>
      <p:sp>
        <p:nvSpPr>
          <p:cNvPr id="686" name="TextBox 685">
            <a:extLst>
              <a:ext uri="{FF2B5EF4-FFF2-40B4-BE49-F238E27FC236}">
                <a16:creationId xmlns:a16="http://schemas.microsoft.com/office/drawing/2014/main" id="{D840B3EB-659C-8F5B-1780-4C583B202CED}"/>
              </a:ext>
            </a:extLst>
          </p:cNvPr>
          <p:cNvSpPr txBox="1"/>
          <p:nvPr/>
        </p:nvSpPr>
        <p:spPr bwMode="gray">
          <a:xfrm>
            <a:off x="6188746" y="2268487"/>
            <a:ext cx="1008112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Neuen Knoten mit </a:t>
            </a:r>
            <a:br>
              <a:rPr lang="de-DE" sz="800" dirty="0">
                <a:solidFill>
                  <a:srgbClr val="C00000"/>
                </a:solidFill>
              </a:rPr>
            </a:br>
            <a:r>
              <a:rPr lang="de-DE" sz="800" dirty="0">
                <a:solidFill>
                  <a:srgbClr val="C00000"/>
                </a:solidFill>
              </a:rPr>
              <a:t>roter Kante einfügen</a:t>
            </a:r>
          </a:p>
        </p:txBody>
      </p:sp>
      <p:sp>
        <p:nvSpPr>
          <p:cNvPr id="687" name="TextBox 686">
            <a:extLst>
              <a:ext uri="{FF2B5EF4-FFF2-40B4-BE49-F238E27FC236}">
                <a16:creationId xmlns:a16="http://schemas.microsoft.com/office/drawing/2014/main" id="{BFA392E9-6C9A-09AD-9A71-3D3327B6B362}"/>
              </a:ext>
            </a:extLst>
          </p:cNvPr>
          <p:cNvSpPr txBox="1"/>
          <p:nvPr/>
        </p:nvSpPr>
        <p:spPr bwMode="gray">
          <a:xfrm>
            <a:off x="1381107" y="3739939"/>
            <a:ext cx="1008112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Farbwechsel </a:t>
            </a:r>
            <a:br>
              <a:rPr lang="de-DE" sz="800" dirty="0">
                <a:solidFill>
                  <a:srgbClr val="C00000"/>
                </a:solidFill>
              </a:rPr>
            </a:br>
            <a:r>
              <a:rPr lang="de-DE" sz="800" dirty="0">
                <a:solidFill>
                  <a:srgbClr val="C00000"/>
                </a:solidFill>
              </a:rPr>
              <a:t>(auf dem Weg nach oben)</a:t>
            </a:r>
          </a:p>
        </p:txBody>
      </p:sp>
      <p:sp>
        <p:nvSpPr>
          <p:cNvPr id="688" name="TextBox 687">
            <a:extLst>
              <a:ext uri="{FF2B5EF4-FFF2-40B4-BE49-F238E27FC236}">
                <a16:creationId xmlns:a16="http://schemas.microsoft.com/office/drawing/2014/main" id="{A93ACC37-0A2D-223D-3A06-101F3AEBD90E}"/>
              </a:ext>
            </a:extLst>
          </p:cNvPr>
          <p:cNvSpPr txBox="1"/>
          <p:nvPr/>
        </p:nvSpPr>
        <p:spPr bwMode="gray">
          <a:xfrm>
            <a:off x="1893354" y="4655616"/>
            <a:ext cx="1008112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Linksrotation </a:t>
            </a:r>
            <a:br>
              <a:rPr lang="de-DE" sz="800" dirty="0">
                <a:solidFill>
                  <a:srgbClr val="C00000"/>
                </a:solidFill>
              </a:rPr>
            </a:br>
            <a:r>
              <a:rPr lang="de-DE" sz="800" dirty="0">
                <a:solidFill>
                  <a:srgbClr val="C00000"/>
                </a:solidFill>
              </a:rPr>
              <a:t>(auf dem Weg nach oben)</a:t>
            </a:r>
          </a:p>
        </p:txBody>
      </p:sp>
      <p:sp>
        <p:nvSpPr>
          <p:cNvPr id="689" name="TextBox 688">
            <a:extLst>
              <a:ext uri="{FF2B5EF4-FFF2-40B4-BE49-F238E27FC236}">
                <a16:creationId xmlns:a16="http://schemas.microsoft.com/office/drawing/2014/main" id="{13968345-0447-1462-BFA9-A11BF99CCCAF}"/>
              </a:ext>
            </a:extLst>
          </p:cNvPr>
          <p:cNvSpPr txBox="1"/>
          <p:nvPr/>
        </p:nvSpPr>
        <p:spPr bwMode="gray">
          <a:xfrm>
            <a:off x="4247246" y="3324003"/>
            <a:ext cx="1008112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Linksrotation </a:t>
            </a:r>
            <a:br>
              <a:rPr lang="de-DE" sz="800" dirty="0">
                <a:solidFill>
                  <a:srgbClr val="C00000"/>
                </a:solidFill>
              </a:rPr>
            </a:br>
            <a:r>
              <a:rPr lang="de-DE" sz="800" dirty="0">
                <a:solidFill>
                  <a:srgbClr val="C00000"/>
                </a:solidFill>
              </a:rPr>
              <a:t>(auf dem Weg nach oben)</a:t>
            </a:r>
          </a:p>
        </p:txBody>
      </p:sp>
      <p:sp>
        <p:nvSpPr>
          <p:cNvPr id="690" name="TextBox 689">
            <a:extLst>
              <a:ext uri="{FF2B5EF4-FFF2-40B4-BE49-F238E27FC236}">
                <a16:creationId xmlns:a16="http://schemas.microsoft.com/office/drawing/2014/main" id="{F207EC59-61AC-55C1-1FC6-CD703CC3B69C}"/>
              </a:ext>
            </a:extLst>
          </p:cNvPr>
          <p:cNvSpPr txBox="1"/>
          <p:nvPr/>
        </p:nvSpPr>
        <p:spPr bwMode="gray">
          <a:xfrm>
            <a:off x="1927999" y="3290719"/>
            <a:ext cx="1008112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dirty="0">
                <a:solidFill>
                  <a:srgbClr val="C00000"/>
                </a:solidFill>
              </a:rPr>
              <a:t>Rechtsrotation </a:t>
            </a:r>
            <a:br>
              <a:rPr lang="de-DE" sz="800" dirty="0">
                <a:solidFill>
                  <a:srgbClr val="C00000"/>
                </a:solidFill>
              </a:rPr>
            </a:br>
            <a:r>
              <a:rPr lang="de-DE" sz="800" dirty="0">
                <a:solidFill>
                  <a:srgbClr val="C00000"/>
                </a:solidFill>
              </a:rPr>
              <a:t>(auf dem Weg nach oben)</a:t>
            </a:r>
          </a:p>
        </p:txBody>
      </p:sp>
      <p:cxnSp>
        <p:nvCxnSpPr>
          <p:cNvPr id="691" name="Straight Arrow Connector 690">
            <a:extLst>
              <a:ext uri="{FF2B5EF4-FFF2-40B4-BE49-F238E27FC236}">
                <a16:creationId xmlns:a16="http://schemas.microsoft.com/office/drawing/2014/main" id="{6F8067C7-2C37-8F04-6332-18E55445F0AE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6208542" y="3303819"/>
            <a:ext cx="268445" cy="57576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3" name="Straight Arrow Connector 692">
            <a:extLst>
              <a:ext uri="{FF2B5EF4-FFF2-40B4-BE49-F238E27FC236}">
                <a16:creationId xmlns:a16="http://schemas.microsoft.com/office/drawing/2014/main" id="{990B9110-62CC-997F-2FF7-84987ADA8342}"/>
              </a:ext>
            </a:extLst>
          </p:cNvPr>
          <p:cNvCxnSpPr>
            <a:cxnSpLocks/>
          </p:cNvCxnSpPr>
          <p:nvPr/>
        </p:nvCxnSpPr>
        <p:spPr bwMode="gray">
          <a:xfrm flipH="1">
            <a:off x="4102562" y="2909665"/>
            <a:ext cx="285906" cy="8947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5" name="Straight Arrow Connector 694">
            <a:extLst>
              <a:ext uri="{FF2B5EF4-FFF2-40B4-BE49-F238E27FC236}">
                <a16:creationId xmlns:a16="http://schemas.microsoft.com/office/drawing/2014/main" id="{57C9401A-01B9-4E99-5BD9-878A0C863BCB}"/>
              </a:ext>
            </a:extLst>
          </p:cNvPr>
          <p:cNvCxnSpPr>
            <a:cxnSpLocks/>
          </p:cNvCxnSpPr>
          <p:nvPr/>
        </p:nvCxnSpPr>
        <p:spPr bwMode="gray">
          <a:xfrm flipH="1">
            <a:off x="1538268" y="2977414"/>
            <a:ext cx="285906" cy="8947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6" name="Straight Arrow Connector 695">
            <a:extLst>
              <a:ext uri="{FF2B5EF4-FFF2-40B4-BE49-F238E27FC236}">
                <a16:creationId xmlns:a16="http://schemas.microsoft.com/office/drawing/2014/main" id="{711C7089-21BD-0E8A-4362-65CDD3DC7234}"/>
              </a:ext>
            </a:extLst>
          </p:cNvPr>
          <p:cNvCxnSpPr>
            <a:cxnSpLocks/>
          </p:cNvCxnSpPr>
          <p:nvPr/>
        </p:nvCxnSpPr>
        <p:spPr bwMode="gray">
          <a:xfrm flipH="1">
            <a:off x="1296021" y="4142613"/>
            <a:ext cx="285906" cy="8947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912368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" dur="50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00"/>
                            </p:stCondLst>
                            <p:childTnLst>
                              <p:par>
                                <p:cTn id="10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6" dur="500"/>
                                        <p:tgtEl>
                                          <p:spTgt spid="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3" dur="500"/>
                                        <p:tgtEl>
                                          <p:spTgt spid="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0" grpId="0" animBg="1"/>
      <p:bldP spid="667" grpId="0" animBg="1"/>
      <p:bldP spid="668" grpId="0" animBg="1"/>
      <p:bldP spid="669" grpId="0" animBg="1"/>
      <p:bldP spid="678" grpId="0" animBg="1"/>
      <p:bldP spid="679" grpId="0" animBg="1"/>
      <p:bldP spid="680" grpId="0" animBg="1"/>
      <p:bldP spid="681" grpId="0"/>
      <p:bldP spid="682" grpId="0"/>
      <p:bldP spid="683" grpId="0"/>
      <p:bldP spid="684" grpId="0"/>
      <p:bldP spid="685" grpId="0"/>
      <p:bldP spid="686" grpId="0"/>
      <p:bldP spid="687" grpId="0"/>
      <p:bldP spid="688" grpId="0"/>
      <p:bldP spid="689" grpId="0"/>
      <p:bldP spid="69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8626DCD-C746-7DFA-D1C2-0A1E1687A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Links-neigende Rot-Schwarz Bäume</a:t>
            </a:r>
            <a:r>
              <a:rPr lang="en-US" dirty="0"/>
              <a:t>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Put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09CBE4-8A32-2581-9229-88BDF00D4DA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560" y="1167605"/>
            <a:ext cx="3693350" cy="38678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C93815C-FF9C-1F44-92D7-F31EFC528F82}"/>
              </a:ext>
            </a:extLst>
          </p:cNvPr>
          <p:cNvSpPr txBox="1"/>
          <p:nvPr/>
        </p:nvSpPr>
        <p:spPr bwMode="gray">
          <a:xfrm>
            <a:off x="4839092" y="1612973"/>
            <a:ext cx="1008112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000" dirty="0">
                <a:solidFill>
                  <a:srgbClr val="C00000"/>
                </a:solidFill>
              </a:rPr>
              <a:t>Füge den neuen Knoten mit einer roten Kante ein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621BF51-C3C5-0CC7-F420-4C7EFB7FF576}"/>
              </a:ext>
            </a:extLst>
          </p:cNvPr>
          <p:cNvCxnSpPr>
            <a:cxnSpLocks/>
            <a:endCxn id="7" idx="3"/>
          </p:cNvCxnSpPr>
          <p:nvPr/>
        </p:nvCxnSpPr>
        <p:spPr bwMode="gray">
          <a:xfrm flipH="1">
            <a:off x="4160894" y="1779662"/>
            <a:ext cx="555122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39F5ACA-AD86-279F-FAF8-F394AF5DFAAB}"/>
              </a:ext>
            </a:extLst>
          </p:cNvPr>
          <p:cNvSpPr/>
          <p:nvPr/>
        </p:nvSpPr>
        <p:spPr bwMode="gray">
          <a:xfrm>
            <a:off x="755576" y="1419622"/>
            <a:ext cx="3405318" cy="720080"/>
          </a:xfrm>
          <a:prstGeom prst="roundRect">
            <a:avLst/>
          </a:prstGeom>
          <a:noFill/>
          <a:ln>
            <a:solidFill>
              <a:srgbClr val="B106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4D1945C-1AD5-3B54-C32E-24FAA13AF723}"/>
              </a:ext>
            </a:extLst>
          </p:cNvPr>
          <p:cNvSpPr/>
          <p:nvPr/>
        </p:nvSpPr>
        <p:spPr bwMode="gray">
          <a:xfrm>
            <a:off x="755576" y="2139701"/>
            <a:ext cx="3405318" cy="864097"/>
          </a:xfrm>
          <a:prstGeom prst="roundRect">
            <a:avLst/>
          </a:prstGeom>
          <a:noFill/>
          <a:ln>
            <a:solidFill>
              <a:srgbClr val="B106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0480EE-E299-2BC2-8B24-E4FFE0B0480A}"/>
              </a:ext>
            </a:extLst>
          </p:cNvPr>
          <p:cNvSpPr txBox="1"/>
          <p:nvPr/>
        </p:nvSpPr>
        <p:spPr bwMode="gray">
          <a:xfrm>
            <a:off x="4716016" y="2405060"/>
            <a:ext cx="1008112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000" dirty="0">
                <a:solidFill>
                  <a:srgbClr val="C00000"/>
                </a:solidFill>
              </a:rPr>
              <a:t>Rekursion bis zum Blatt, wo eingefügt wird und update </a:t>
            </a:r>
            <a:br>
              <a:rPr lang="de-DE" sz="1000" dirty="0">
                <a:solidFill>
                  <a:srgbClr val="C00000"/>
                </a:solidFill>
              </a:rPr>
            </a:br>
            <a:r>
              <a:rPr lang="de-DE" sz="1000" dirty="0">
                <a:solidFill>
                  <a:srgbClr val="C00000"/>
                </a:solidFill>
              </a:rPr>
              <a:t>des neuen Knotens (durch Rotation oder Erzeugen)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26E4552-2DB2-0CC9-0172-F1B4B9935593}"/>
              </a:ext>
            </a:extLst>
          </p:cNvPr>
          <p:cNvCxnSpPr>
            <a:cxnSpLocks/>
          </p:cNvCxnSpPr>
          <p:nvPr/>
        </p:nvCxnSpPr>
        <p:spPr bwMode="gray">
          <a:xfrm flipH="1">
            <a:off x="4160894" y="2571750"/>
            <a:ext cx="411106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3608E23-5A5A-8E65-2A69-8B3B80727CAF}"/>
              </a:ext>
            </a:extLst>
          </p:cNvPr>
          <p:cNvSpPr/>
          <p:nvPr/>
        </p:nvSpPr>
        <p:spPr bwMode="gray">
          <a:xfrm>
            <a:off x="754452" y="3030459"/>
            <a:ext cx="3405318" cy="598736"/>
          </a:xfrm>
          <a:prstGeom prst="roundRect">
            <a:avLst/>
          </a:prstGeom>
          <a:noFill/>
          <a:ln>
            <a:solidFill>
              <a:srgbClr val="B106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9D5D07-48F9-3C9A-9787-B2138F2BCACC}"/>
              </a:ext>
            </a:extLst>
          </p:cNvPr>
          <p:cNvSpPr txBox="1"/>
          <p:nvPr/>
        </p:nvSpPr>
        <p:spPr bwMode="gray">
          <a:xfrm>
            <a:off x="4735834" y="3295817"/>
            <a:ext cx="1008112" cy="33337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000" dirty="0">
                <a:solidFill>
                  <a:srgbClr val="C00000"/>
                </a:solidFill>
              </a:rPr>
              <a:t>Korrektur der 2-3 und links-neigend Eigenschaften auf dem</a:t>
            </a:r>
            <a:br>
              <a:rPr lang="de-DE" sz="1000" dirty="0">
                <a:solidFill>
                  <a:srgbClr val="C00000"/>
                </a:solidFill>
              </a:rPr>
            </a:br>
            <a:r>
              <a:rPr lang="de-DE" sz="1000" dirty="0">
                <a:solidFill>
                  <a:srgbClr val="C00000"/>
                </a:solidFill>
              </a:rPr>
              <a:t>Weg „nach oben“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4194592-7572-C309-507E-7D2616B9463B}"/>
              </a:ext>
            </a:extLst>
          </p:cNvPr>
          <p:cNvCxnSpPr>
            <a:cxnSpLocks/>
          </p:cNvCxnSpPr>
          <p:nvPr/>
        </p:nvCxnSpPr>
        <p:spPr bwMode="gray">
          <a:xfrm flipH="1">
            <a:off x="4159770" y="3462507"/>
            <a:ext cx="432048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CEF87B1-B696-3146-447F-0F814229FFD9}"/>
              </a:ext>
            </a:extLst>
          </p:cNvPr>
          <p:cNvSpPr txBox="1"/>
          <p:nvPr/>
        </p:nvSpPr>
        <p:spPr bwMode="gray">
          <a:xfrm>
            <a:off x="4234750" y="4764348"/>
            <a:ext cx="161245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1200" b="1" dirty="0">
                <a:hlinkClick r:id="rId3"/>
              </a:rPr>
              <a:t>redblack_bst.h</a:t>
            </a:r>
            <a:endParaRPr lang="en-DE" sz="1200" b="1" dirty="0"/>
          </a:p>
        </p:txBody>
      </p:sp>
    </p:spTree>
    <p:extLst>
      <p:ext uri="{BB962C8B-B14F-4D97-AF65-F5344CB8AC3E}">
        <p14:creationId xmlns:p14="http://schemas.microsoft.com/office/powerpoint/2010/main" val="401799103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10" grpId="0" animBg="1"/>
      <p:bldP spid="11" grpId="0"/>
      <p:bldP spid="17" grpId="0" animBg="1"/>
      <p:bldP spid="1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1C33793-B1D8-39FA-22C0-8404BBF11A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8776" y="2859781"/>
            <a:ext cx="6877051" cy="1943993"/>
          </a:xfrm>
        </p:spPr>
        <p:txBody>
          <a:bodyPr/>
          <a:lstStyle/>
          <a:p>
            <a:r>
              <a:rPr lang="de-DE" b="1" dirty="0"/>
              <a:t>Optimalität</a:t>
            </a:r>
            <a:r>
              <a:rPr lang="de-DE" dirty="0"/>
              <a:t>: Geht’s noch besser?</a:t>
            </a:r>
          </a:p>
          <a:p>
            <a:pPr lvl="1"/>
            <a:r>
              <a:rPr lang="de-DE" sz="1200" dirty="0"/>
              <a:t>Ja, wenn man die Links-Neigung wegnimmt (aber Code komplizierter)</a:t>
            </a:r>
          </a:p>
          <a:p>
            <a:pPr lvl="1"/>
            <a:r>
              <a:rPr lang="de-DE" sz="1200" dirty="0"/>
              <a:t>Alle balancierten Bäume basieren auf Rotationen und lokalen Transformationen (AVL)</a:t>
            </a:r>
          </a:p>
          <a:p>
            <a:r>
              <a:rPr lang="de-DE" dirty="0"/>
              <a:t>Knoten </a:t>
            </a:r>
            <a:r>
              <a:rPr lang="de-DE" b="1" dirty="0"/>
              <a:t>löschen</a:t>
            </a:r>
            <a:r>
              <a:rPr lang="de-DE" dirty="0"/>
              <a:t> sind auch hier komplizierter aber auch durch lokale Transformationen lösbar (Übungsaufgabe?)</a:t>
            </a:r>
          </a:p>
          <a:p>
            <a:r>
              <a:rPr lang="de-DE" dirty="0"/>
              <a:t>Rot-Schwarz Bäume werden in sehr vielen Standardbibliotheken benutzt (zum Beispiel STL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maps</a:t>
            </a:r>
            <a:r>
              <a:rPr lang="de-DE" dirty="0"/>
              <a:t>)</a:t>
            </a:r>
          </a:p>
          <a:p>
            <a:pPr lvl="1"/>
            <a:endParaRPr lang="de-DE" sz="1200" dirty="0"/>
          </a:p>
          <a:p>
            <a:pPr lvl="1"/>
            <a:endParaRPr lang="de-DE" sz="1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6DF5B1-563D-5B76-2DF4-DD7B6979E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Links-neigende Rot-Schwarz Bäume: Visualisierung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8AC2A4-E067-51AB-8917-05479AD78F6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9552" y="1707654"/>
            <a:ext cx="2117035" cy="10081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45472D-D2D1-CC84-D854-29F0B3A792B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9832" y="1707654"/>
            <a:ext cx="1944216" cy="9908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D5E5A2-543D-55DA-FE06-F26134DAE2D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28897" y="1709264"/>
            <a:ext cx="2117035" cy="10065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26C076-683B-68BF-A8C7-503E6AC5E3A6}"/>
              </a:ext>
            </a:extLst>
          </p:cNvPr>
          <p:cNvSpPr txBox="1"/>
          <p:nvPr/>
        </p:nvSpPr>
        <p:spPr bwMode="gray">
          <a:xfrm>
            <a:off x="625961" y="1317977"/>
            <a:ext cx="1944216" cy="389677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b="1" dirty="0"/>
              <a:t>255 Schlüssel in aufsteigender Reihenfolge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9EEDEF-64F9-07AD-C7A7-3BB1AD531068}"/>
              </a:ext>
            </a:extLst>
          </p:cNvPr>
          <p:cNvSpPr txBox="1"/>
          <p:nvPr/>
        </p:nvSpPr>
        <p:spPr bwMode="gray">
          <a:xfrm>
            <a:off x="3059832" y="1317976"/>
            <a:ext cx="1944216" cy="389677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b="1" dirty="0"/>
              <a:t>255 Schlüssel in absteigender Reihenfolge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6F9402-6C90-AD77-14B4-E415A2D37866}"/>
              </a:ext>
            </a:extLst>
          </p:cNvPr>
          <p:cNvSpPr txBox="1"/>
          <p:nvPr/>
        </p:nvSpPr>
        <p:spPr bwMode="gray">
          <a:xfrm>
            <a:off x="5515306" y="1319586"/>
            <a:ext cx="1944216" cy="389677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800" b="1" dirty="0"/>
              <a:t>255 Schlüssel in zufälliger Reihenfolge</a:t>
            </a:r>
          </a:p>
        </p:txBody>
      </p:sp>
    </p:spTree>
    <p:extLst>
      <p:ext uri="{BB962C8B-B14F-4D97-AF65-F5344CB8AC3E}">
        <p14:creationId xmlns:p14="http://schemas.microsoft.com/office/powerpoint/2010/main" val="17867908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5993E29-6DDD-D1F6-58BA-975DBC6FA9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indent="-342900"/>
            <a:r>
              <a:rPr lang="de-DE" altLang="en-DE" b="1" dirty="0"/>
              <a:t>2-3 Bäume</a:t>
            </a:r>
          </a:p>
          <a:p>
            <a:pPr marL="611187" lvl="1" indent="-342900"/>
            <a:r>
              <a:rPr lang="de-DE" altLang="en-DE" sz="1200" dirty="0"/>
              <a:t>2-3 Bäume haben zwei Arten von Knoten</a:t>
            </a:r>
          </a:p>
          <a:p>
            <a:pPr marL="611187" lvl="1" indent="-342900"/>
            <a:r>
              <a:rPr lang="de-DE" altLang="en-DE" sz="1200" dirty="0"/>
              <a:t>2-3 Bäume sind </a:t>
            </a:r>
            <a:r>
              <a:rPr lang="de-DE" altLang="en-DE" sz="1200" i="1" dirty="0"/>
              <a:t>immer</a:t>
            </a:r>
            <a:r>
              <a:rPr lang="de-DE" altLang="en-DE" sz="1200" dirty="0"/>
              <a:t> balanciert</a:t>
            </a:r>
          </a:p>
          <a:p>
            <a:pPr marL="611187" lvl="1" indent="-342900"/>
            <a:r>
              <a:rPr lang="de-DE" altLang="en-DE" sz="1200" dirty="0"/>
              <a:t>Balance kann allein durch lokale Operationen hergestellt werden</a:t>
            </a:r>
          </a:p>
          <a:p>
            <a:pPr marL="342900" indent="-342900"/>
            <a:r>
              <a:rPr lang="de-DE" altLang="en-DE" b="1" dirty="0"/>
              <a:t>(Links-Neigende) Rot-Schwarz Bäume (</a:t>
            </a:r>
            <a:r>
              <a:rPr lang="en-US" altLang="en-DE" b="1" i="1" dirty="0"/>
              <a:t>left-leaning red-black trees</a:t>
            </a:r>
            <a:r>
              <a:rPr lang="de-DE" altLang="en-DE" b="1" dirty="0"/>
              <a:t>)</a:t>
            </a:r>
          </a:p>
          <a:p>
            <a:pPr marL="611187" lvl="1" indent="-342900"/>
            <a:r>
              <a:rPr lang="de-DE" altLang="en-DE" sz="1200" dirty="0"/>
              <a:t>Links-neigende Rot-Schwarz Bäume kodieren die 2- und 3-Knoten eindeutig</a:t>
            </a:r>
          </a:p>
          <a:p>
            <a:pPr marL="611187" lvl="1" indent="-342900"/>
            <a:r>
              <a:rPr lang="de-DE" altLang="en-DE" sz="1200" dirty="0"/>
              <a:t>Sind ein Spezialfall von Rot-Schwarz Bäumen, die einfachere Algorithmen erlauben</a:t>
            </a:r>
          </a:p>
          <a:p>
            <a:pPr marL="611187" lvl="1" indent="-342900"/>
            <a:r>
              <a:rPr lang="de-DE" altLang="en-DE" sz="1200" dirty="0"/>
              <a:t>Zentrale Operation sind Rotation (links &amp; rechts) und Farbwechsel – alles lokale Operationen</a:t>
            </a:r>
          </a:p>
          <a:p>
            <a:pPr marL="611187" lvl="1" indent="-342900"/>
            <a:r>
              <a:rPr lang="de-DE" altLang="en-DE" sz="1200" dirty="0"/>
              <a:t>Beim Einfügen werden die etwaigen 4-Knoten auf dem Weg „zurück“ zur Wurzel wieder behoben</a:t>
            </a:r>
          </a:p>
          <a:p>
            <a:pPr marL="611187" lvl="1" indent="-342900"/>
            <a:r>
              <a:rPr lang="de-DE" altLang="en-DE" sz="1200" dirty="0"/>
              <a:t>Balancierte Bäume werden in allen </a:t>
            </a:r>
            <a:r>
              <a:rPr lang="de-DE" altLang="en-DE" sz="1200" dirty="0" err="1"/>
              <a:t>Standardimplementationen</a:t>
            </a:r>
            <a:r>
              <a:rPr lang="de-DE" altLang="en-DE" sz="1200" dirty="0"/>
              <a:t> von Symboltabellen benutzt (z.B. in </a:t>
            </a:r>
            <a:r>
              <a:rPr lang="de-DE" altLang="en-DE" sz="1200"/>
              <a:t>der STL)</a:t>
            </a:r>
            <a:endParaRPr lang="de-DE" altLang="en-DE" sz="1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18336A0-FEFD-2FED-1A1F-5CB833477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Zusammenfassung</a:t>
            </a:r>
          </a:p>
        </p:txBody>
      </p:sp>
    </p:spTree>
    <p:extLst>
      <p:ext uri="{BB962C8B-B14F-4D97-AF65-F5344CB8AC3E}">
        <p14:creationId xmlns:p14="http://schemas.microsoft.com/office/powerpoint/2010/main" val="315598330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5A78-AF1F-9919-6BD3-B514AC01C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Viel Spaß bis zur nächsten Vorlesung!</a:t>
            </a:r>
          </a:p>
        </p:txBody>
      </p:sp>
    </p:spTree>
    <p:extLst>
      <p:ext uri="{BB962C8B-B14F-4D97-AF65-F5344CB8AC3E}">
        <p14:creationId xmlns:p14="http://schemas.microsoft.com/office/powerpoint/2010/main" val="2254199682"/>
      </p:ext>
    </p:extLst>
  </p:cSld>
  <p:clrMapOvr>
    <a:masterClrMapping/>
  </p:clrMapOvr>
  <p:transition spd="slow">
    <p:wipe dir="d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7527d9a80d1c254cf63ecdbcf5c3445e7cf98d"/>
  <p:tag name="ISPRING_RESOURCE_PATHS_HASH_PRESENTER" val="4e1bfdeb97ccc69d6713ba8104020d1f1a3d866"/>
</p:tagLst>
</file>

<file path=ppt/theme/theme1.xml><?xml version="1.0" encoding="utf-8"?>
<a:theme xmlns:a="http://schemas.openxmlformats.org/drawingml/2006/main" name="TEMPLATE DEF Faculty v2022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Test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300"/>
          </a:spcBef>
          <a:spcAft>
            <a:spcPts val="3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6FB9D42F-8EB8-CB48-9592-79FD87A1DA1C}" vid="{A31A4D81-7FD5-5F41-984E-52906FC1C983}"/>
    </a:ext>
  </a:extLst>
</a:theme>
</file>

<file path=ppt/theme/theme2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err="1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smtClean="0"/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DEF Faculty v2022</Template>
  <TotalTime>11215</TotalTime>
  <Words>1987</Words>
  <Application>Microsoft Macintosh PowerPoint</Application>
  <PresentationFormat>On-screen Show (16:9)</PresentationFormat>
  <Paragraphs>596</Paragraphs>
  <Slides>28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Cambria Math</vt:lpstr>
      <vt:lpstr>Courier New</vt:lpstr>
      <vt:lpstr>Open Sans</vt:lpstr>
      <vt:lpstr>Verdana</vt:lpstr>
      <vt:lpstr>TEMPLATE DEF Faculty v2022</vt:lpstr>
      <vt:lpstr>Programmiertechnik II</vt:lpstr>
      <vt:lpstr>Symboltabelle: Komplexitäten</vt:lpstr>
      <vt:lpstr>Überblick</vt:lpstr>
      <vt:lpstr>Überblick</vt:lpstr>
      <vt:lpstr>2-3 Bäume</vt:lpstr>
      <vt:lpstr>2-3 Bäume: Get</vt:lpstr>
      <vt:lpstr>2-3 Bäume: Put</vt:lpstr>
      <vt:lpstr>Lokale Transformationen von 2-3 Bäume</vt:lpstr>
      <vt:lpstr>Symboltabelle: Komplexitäten</vt:lpstr>
      <vt:lpstr>Überblick</vt:lpstr>
      <vt:lpstr>Darstellung von 2-3 Bäumen mit Binären Suchbäumen</vt:lpstr>
      <vt:lpstr>(Links-neigende) Rot-Schwarz Bäume (left-leaning red-black trees)</vt:lpstr>
      <vt:lpstr>Eigenschaften von links-neigenden Rot-Schwarz Bäumen</vt:lpstr>
      <vt:lpstr>Links-neigende Rot-Schwarz Bäume: Get</vt:lpstr>
      <vt:lpstr>Links-neigende Rot-Schwarz Bäume: Put</vt:lpstr>
      <vt:lpstr>Überblick</vt:lpstr>
      <vt:lpstr>Elementare Operation: Linksrotation</vt:lpstr>
      <vt:lpstr>Elementare Operation: Rechtsrotation</vt:lpstr>
      <vt:lpstr>Elementare Operation: Farbwechsel</vt:lpstr>
      <vt:lpstr>Überblick</vt:lpstr>
      <vt:lpstr>Warmup 1: Einfügen in einen Baum mit 1 Knoten</vt:lpstr>
      <vt:lpstr>Fall 1: Einfügen in einen Baum mit finalem 2-Knoten </vt:lpstr>
      <vt:lpstr>Warmup 2: Einfügen in einen Baum mit 2 Knoten</vt:lpstr>
      <vt:lpstr>Fall 2: Einfügen in einen Baum mit finalem 3-Knoten </vt:lpstr>
      <vt:lpstr>Links-neigende Rot-Schwarz Bäume: Put</vt:lpstr>
      <vt:lpstr>Links-neigende Rot-Schwarz Bäume: Visualisierung</vt:lpstr>
      <vt:lpstr>Zusammenfassung</vt:lpstr>
      <vt:lpstr>Viel Spaß bis zur nächsten Vorlesung!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Programmiertechnik I</dc:title>
  <dc:creator>Ralf Herbrich</dc:creator>
  <cp:lastModifiedBy>Herbrich, Ralf</cp:lastModifiedBy>
  <cp:revision>170</cp:revision>
  <cp:lastPrinted>2014-05-07T12:19:03Z</cp:lastPrinted>
  <dcterms:created xsi:type="dcterms:W3CDTF">2022-08-10T08:10:37Z</dcterms:created>
  <dcterms:modified xsi:type="dcterms:W3CDTF">2026-06-12T07:40:14Z</dcterms:modified>
</cp:coreProperties>
</file>